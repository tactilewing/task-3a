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5" r:id="rId5"/>
    <p:sldId id="266" r:id="rId6"/>
    <p:sldId id="347" r:id="rId7"/>
    <p:sldId id="267" r:id="rId8"/>
    <p:sldId id="269" r:id="rId9"/>
    <p:sldId id="268" r:id="rId10"/>
    <p:sldId id="292" r:id="rId11"/>
    <p:sldId id="348" r:id="rId12"/>
    <p:sldId id="259" r:id="rId13"/>
    <p:sldId id="260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90" r:id="rId33"/>
    <p:sldId id="261" r:id="rId34"/>
    <p:sldId id="291" r:id="rId35"/>
    <p:sldId id="279" r:id="rId36"/>
    <p:sldId id="262" r:id="rId37"/>
    <p:sldId id="293" r:id="rId38"/>
    <p:sldId id="294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295" r:id="rId48"/>
    <p:sldId id="263" r:id="rId49"/>
    <p:sldId id="307" r:id="rId50"/>
    <p:sldId id="264" r:id="rId51"/>
    <p:sldId id="304" r:id="rId52"/>
    <p:sldId id="305" r:id="rId53"/>
    <p:sldId id="306" r:id="rId54"/>
    <p:sldId id="308" r:id="rId55"/>
    <p:sldId id="310" r:id="rId56"/>
    <p:sldId id="309" r:id="rId57"/>
    <p:sldId id="315" r:id="rId58"/>
    <p:sldId id="316" r:id="rId59"/>
    <p:sldId id="317" r:id="rId60"/>
    <p:sldId id="312" r:id="rId61"/>
    <p:sldId id="313" r:id="rId62"/>
    <p:sldId id="318" r:id="rId63"/>
    <p:sldId id="322" r:id="rId64"/>
    <p:sldId id="319" r:id="rId65"/>
    <p:sldId id="331" r:id="rId66"/>
    <p:sldId id="332" r:id="rId67"/>
    <p:sldId id="320" r:id="rId68"/>
    <p:sldId id="333" r:id="rId69"/>
    <p:sldId id="321" r:id="rId70"/>
    <p:sldId id="334" r:id="rId71"/>
    <p:sldId id="314" r:id="rId72"/>
    <p:sldId id="335" r:id="rId73"/>
    <p:sldId id="323" r:id="rId74"/>
    <p:sldId id="336" r:id="rId75"/>
    <p:sldId id="324" r:id="rId76"/>
    <p:sldId id="337" r:id="rId77"/>
    <p:sldId id="325" r:id="rId78"/>
    <p:sldId id="338" r:id="rId79"/>
    <p:sldId id="328" r:id="rId80"/>
    <p:sldId id="339" r:id="rId81"/>
    <p:sldId id="329" r:id="rId82"/>
    <p:sldId id="340" r:id="rId83"/>
    <p:sldId id="341" r:id="rId84"/>
    <p:sldId id="330" r:id="rId85"/>
    <p:sldId id="326" r:id="rId86"/>
    <p:sldId id="342" r:id="rId87"/>
    <p:sldId id="343" r:id="rId88"/>
    <p:sldId id="344" r:id="rId89"/>
    <p:sldId id="327" r:id="rId90"/>
    <p:sldId id="345" r:id="rId91"/>
    <p:sldId id="346" r:id="rId9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417166-E5C3-47D7-857C-8DA648C5F82B}">
          <p14:sldIdLst>
            <p14:sldId id="256"/>
            <p14:sldId id="257"/>
            <p14:sldId id="258"/>
            <p14:sldId id="265"/>
            <p14:sldId id="266"/>
            <p14:sldId id="347"/>
            <p14:sldId id="267"/>
            <p14:sldId id="269"/>
            <p14:sldId id="268"/>
            <p14:sldId id="292"/>
            <p14:sldId id="348"/>
            <p14:sldId id="259"/>
            <p14:sldId id="260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90"/>
            <p14:sldId id="261"/>
            <p14:sldId id="291"/>
            <p14:sldId id="279"/>
            <p14:sldId id="262"/>
            <p14:sldId id="293"/>
            <p14:sldId id="294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295"/>
            <p14:sldId id="263"/>
            <p14:sldId id="307"/>
            <p14:sldId id="264"/>
            <p14:sldId id="304"/>
            <p14:sldId id="305"/>
            <p14:sldId id="306"/>
            <p14:sldId id="308"/>
            <p14:sldId id="310"/>
            <p14:sldId id="309"/>
            <p14:sldId id="315"/>
            <p14:sldId id="316"/>
            <p14:sldId id="317"/>
            <p14:sldId id="312"/>
            <p14:sldId id="313"/>
            <p14:sldId id="318"/>
            <p14:sldId id="322"/>
            <p14:sldId id="319"/>
            <p14:sldId id="331"/>
            <p14:sldId id="332"/>
            <p14:sldId id="320"/>
            <p14:sldId id="333"/>
            <p14:sldId id="321"/>
            <p14:sldId id="334"/>
            <p14:sldId id="314"/>
            <p14:sldId id="335"/>
            <p14:sldId id="323"/>
            <p14:sldId id="336"/>
            <p14:sldId id="324"/>
            <p14:sldId id="337"/>
            <p14:sldId id="325"/>
            <p14:sldId id="338"/>
            <p14:sldId id="328"/>
            <p14:sldId id="339"/>
            <p14:sldId id="329"/>
            <p14:sldId id="340"/>
            <p14:sldId id="341"/>
            <p14:sldId id="330"/>
            <p14:sldId id="326"/>
            <p14:sldId id="342"/>
          </p14:sldIdLst>
        </p14:section>
        <p14:section name="Thursday" id="{CBFFCC85-A771-401D-A949-DB37C09B553D}">
          <p14:sldIdLst>
            <p14:sldId id="343"/>
            <p14:sldId id="344"/>
            <p14:sldId id="327"/>
            <p14:sldId id="345"/>
            <p14:sldId id="3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320534-D99C-4C4E-A45F-81D238144C0A}" v="212" dt="2026-01-10T12:18:16.3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2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presProps" Target="presProps.xml"/><Relationship Id="rId9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sten Hollister" userId="f82291c8-99d5-47cd-8c9c-47767899496e" providerId="ADAL" clId="{11290D5E-812C-4B2B-94A2-2A1BD01151B4}"/>
    <pc:docChg chg="undo custSel addSld delSld modSld sldOrd addSection modSection">
      <pc:chgData name="Kirsten Hollister" userId="f82291c8-99d5-47cd-8c9c-47767899496e" providerId="ADAL" clId="{11290D5E-812C-4B2B-94A2-2A1BD01151B4}" dt="2026-01-10T12:18:57.816" v="1984" actId="207"/>
      <pc:docMkLst>
        <pc:docMk/>
      </pc:docMkLst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3143422355" sldId="256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143422355" sldId="256"/>
            <ac:spMk id="2" creationId="{BA0DE331-618E-AB04-133B-EA49D58866A3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143422355" sldId="256"/>
            <ac:spMk id="3" creationId="{5452623A-EFC2-CDE3-7BB9-1C21CC8528F6}"/>
          </ac:spMkLst>
        </pc:spChg>
      </pc:sldChg>
      <pc:sldChg chg="addSp delSp modSp new mod setBg delDesignElem">
        <pc:chgData name="Kirsten Hollister" userId="f82291c8-99d5-47cd-8c9c-47767899496e" providerId="ADAL" clId="{11290D5E-812C-4B2B-94A2-2A1BD01151B4}" dt="2026-01-10T11:15:33.817" v="1447"/>
        <pc:sldMkLst>
          <pc:docMk/>
          <pc:sldMk cId="765118008" sldId="257"/>
        </pc:sldMkLst>
        <pc:spChg chg="mod">
          <ac:chgData name="Kirsten Hollister" userId="f82291c8-99d5-47cd-8c9c-47767899496e" providerId="ADAL" clId="{11290D5E-812C-4B2B-94A2-2A1BD01151B4}" dt="2026-01-09T15:48:01.819" v="108" actId="26606"/>
          <ac:spMkLst>
            <pc:docMk/>
            <pc:sldMk cId="765118008" sldId="257"/>
            <ac:spMk id="2" creationId="{28C55C8B-BEA3-B1C6-51F3-2E03FA587FE2}"/>
          </ac:spMkLst>
        </pc:spChg>
        <pc:spChg chg="mod">
          <ac:chgData name="Kirsten Hollister" userId="f82291c8-99d5-47cd-8c9c-47767899496e" providerId="ADAL" clId="{11290D5E-812C-4B2B-94A2-2A1BD01151B4}" dt="2026-01-09T15:33:55.134" v="72" actId="26606"/>
          <ac:spMkLst>
            <pc:docMk/>
            <pc:sldMk cId="765118008" sldId="257"/>
            <ac:spMk id="3" creationId="{F2F70C1A-2212-29D3-EA70-F79F479BB934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765118008" sldId="257"/>
            <ac:spMk id="5" creationId="{00C4F1C3-3ADD-491F-8C66-57912A242177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765118008" sldId="257"/>
            <ac:spMk id="6" creationId="{0B323FE0-DFB0-4368-A3C2-FC1402A98C03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765118008" sldId="257"/>
            <ac:spMk id="8" creationId="{00C4F1C3-3ADD-491F-8C66-57912A242177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765118008" sldId="257"/>
            <ac:spMk id="9" creationId="{8A566188-DA61-435D-B7D6-F237748F153D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765118008" sldId="257"/>
            <ac:spMk id="10" creationId="{0B323FE0-DFB0-4368-A3C2-FC1402A98C03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765118008" sldId="257"/>
            <ac:spMk id="11" creationId="{59CDD208-D64E-4053-BB7E-A9CF89D127A8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765118008" sldId="257"/>
            <ac:spMk id="14" creationId="{8A566188-DA61-435D-B7D6-F237748F153D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765118008" sldId="257"/>
            <ac:spMk id="16" creationId="{59CDD208-D64E-4053-BB7E-A9CF89D127A8}"/>
          </ac:spMkLst>
        </pc:spChg>
        <pc:cxnChg chg="add del">
          <ac:chgData name="Kirsten Hollister" userId="f82291c8-99d5-47cd-8c9c-47767899496e" providerId="ADAL" clId="{11290D5E-812C-4B2B-94A2-2A1BD01151B4}" dt="2026-01-10T11:15:33.817" v="1447"/>
          <ac:cxnSpMkLst>
            <pc:docMk/>
            <pc:sldMk cId="765118008" sldId="257"/>
            <ac:cxnSpMk id="7" creationId="{E4BCA77F-6A46-46C1-822E-DF8DB6F08D5A}"/>
          </ac:cxnSpMkLst>
        </pc:cxnChg>
        <pc:cxnChg chg="add del">
          <ac:chgData name="Kirsten Hollister" userId="f82291c8-99d5-47cd-8c9c-47767899496e" providerId="ADAL" clId="{11290D5E-812C-4B2B-94A2-2A1BD01151B4}" dt="2026-01-09T15:34:47.404" v="90"/>
          <ac:cxnSpMkLst>
            <pc:docMk/>
            <pc:sldMk cId="765118008" sldId="257"/>
            <ac:cxnSpMk id="12" creationId="{E4BCA77F-6A46-46C1-822E-DF8DB6F08D5A}"/>
          </ac:cxnSpMkLst>
        </pc:cxnChg>
        <pc:cxnChg chg="add del">
          <ac:chgData name="Kirsten Hollister" userId="f82291c8-99d5-47cd-8c9c-47767899496e" providerId="ADAL" clId="{11290D5E-812C-4B2B-94A2-2A1BD01151B4}" dt="2026-01-10T11:15:33.817" v="1447"/>
          <ac:cxnSpMkLst>
            <pc:docMk/>
            <pc:sldMk cId="765118008" sldId="257"/>
            <ac:cxnSpMk id="13" creationId="{B93C2A17-5343-41E9-BE0B-BFA49AFA1E1F}"/>
          </ac:cxnSpMkLst>
        </pc:cxnChg>
        <pc:cxnChg chg="add del">
          <ac:chgData name="Kirsten Hollister" userId="f82291c8-99d5-47cd-8c9c-47767899496e" providerId="ADAL" clId="{11290D5E-812C-4B2B-94A2-2A1BD01151B4}" dt="2026-01-09T15:34:47.404" v="90"/>
          <ac:cxnSpMkLst>
            <pc:docMk/>
            <pc:sldMk cId="765118008" sldId="257"/>
            <ac:cxnSpMk id="18" creationId="{B93C2A17-5343-41E9-BE0B-BFA49AFA1E1F}"/>
          </ac:cxnSpMkLst>
        </pc:cxnChg>
      </pc:sldChg>
      <pc:sldChg chg="addSp delSp 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3214885722" sldId="258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214885722" sldId="258"/>
            <ac:spMk id="2" creationId="{03FF39A4-9CE7-F863-1A12-456B7A25DF5D}"/>
          </ac:spMkLst>
        </pc:spChg>
        <pc:spChg chg="add del mod">
          <ac:chgData name="Kirsten Hollister" userId="f82291c8-99d5-47cd-8c9c-47767899496e" providerId="ADAL" clId="{11290D5E-812C-4B2B-94A2-2A1BD01151B4}" dt="2026-01-10T11:15:33.817" v="1447"/>
          <ac:spMkLst>
            <pc:docMk/>
            <pc:sldMk cId="3214885722" sldId="258"/>
            <ac:spMk id="3" creationId="{ECE4B1D6-2ABC-1EA2-5FA1-794D8C7B0E8F}"/>
          </ac:spMkLst>
        </pc:spChg>
        <pc:spChg chg="add mod">
          <ac:chgData name="Kirsten Hollister" userId="f82291c8-99d5-47cd-8c9c-47767899496e" providerId="ADAL" clId="{11290D5E-812C-4B2B-94A2-2A1BD01151B4}" dt="2026-01-09T15:51:42.431" v="111"/>
          <ac:spMkLst>
            <pc:docMk/>
            <pc:sldMk cId="3214885722" sldId="258"/>
            <ac:spMk id="4" creationId="{E5E79049-8055-022E-D873-1BED6D320F16}"/>
          </ac:spMkLst>
        </pc:spChg>
      </pc:sldChg>
      <pc:sldChg chg="addSp delSp modSp add mod setBg setClrOvrMap delDesignElem">
        <pc:chgData name="Kirsten Hollister" userId="f82291c8-99d5-47cd-8c9c-47767899496e" providerId="ADAL" clId="{11290D5E-812C-4B2B-94A2-2A1BD01151B4}" dt="2026-01-10T11:15:33.817" v="1447"/>
        <pc:sldMkLst>
          <pc:docMk/>
          <pc:sldMk cId="2946987458" sldId="259"/>
        </pc:sldMkLst>
        <pc:spChg chg="mod">
          <ac:chgData name="Kirsten Hollister" userId="f82291c8-99d5-47cd-8c9c-47767899496e" providerId="ADAL" clId="{11290D5E-812C-4B2B-94A2-2A1BD01151B4}" dt="2026-01-09T16:07:48.284" v="286" actId="26606"/>
          <ac:spMkLst>
            <pc:docMk/>
            <pc:sldMk cId="2946987458" sldId="259"/>
            <ac:spMk id="2" creationId="{11C64AD3-6D62-7BC9-B01F-9D587D3BAD13}"/>
          </ac:spMkLst>
        </pc:spChg>
        <pc:spChg chg="mod">
          <ac:chgData name="Kirsten Hollister" userId="f82291c8-99d5-47cd-8c9c-47767899496e" providerId="ADAL" clId="{11290D5E-812C-4B2B-94A2-2A1BD01151B4}" dt="2026-01-09T16:07:48.284" v="286" actId="26606"/>
          <ac:spMkLst>
            <pc:docMk/>
            <pc:sldMk cId="2946987458" sldId="259"/>
            <ac:spMk id="3" creationId="{A72ADE97-B996-245F-76C6-FA186FF26317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2946987458" sldId="259"/>
            <ac:spMk id="5" creationId="{00C4F1C3-3ADD-491F-8C66-57912A242177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2946987458" sldId="259"/>
            <ac:spMk id="6" creationId="{0B323FE0-DFB0-4368-A3C2-FC1402A98C03}"/>
          </ac:spMkLst>
        </pc:spChg>
        <pc:spChg chg="del">
          <ac:chgData name="Kirsten Hollister" userId="f82291c8-99d5-47cd-8c9c-47767899496e" providerId="ADAL" clId="{11290D5E-812C-4B2B-94A2-2A1BD01151B4}" dt="2026-01-09T15:34:02.485" v="74"/>
          <ac:spMkLst>
            <pc:docMk/>
            <pc:sldMk cId="2946987458" sldId="259"/>
            <ac:spMk id="8" creationId="{2EAABD52-80C7-8480-01C8-F3668E1714B3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2946987458" sldId="259"/>
            <ac:spMk id="9" creationId="{8A566188-DA61-435D-B7D6-F237748F153D}"/>
          </ac:spMkLst>
        </pc:spChg>
        <pc:spChg chg="del">
          <ac:chgData name="Kirsten Hollister" userId="f82291c8-99d5-47cd-8c9c-47767899496e" providerId="ADAL" clId="{11290D5E-812C-4B2B-94A2-2A1BD01151B4}" dt="2026-01-09T15:34:02.485" v="74"/>
          <ac:spMkLst>
            <pc:docMk/>
            <pc:sldMk cId="2946987458" sldId="259"/>
            <ac:spMk id="10" creationId="{5841AC29-14A7-50A1-9FD6-7CE23CCC3E6C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2946987458" sldId="259"/>
            <ac:spMk id="11" creationId="{59CDD208-D64E-4053-BB7E-A9CF89D127A8}"/>
          </ac:spMkLst>
        </pc:spChg>
        <pc:spChg chg="del">
          <ac:chgData name="Kirsten Hollister" userId="f82291c8-99d5-47cd-8c9c-47767899496e" providerId="ADAL" clId="{11290D5E-812C-4B2B-94A2-2A1BD01151B4}" dt="2026-01-09T15:34:02.485" v="74"/>
          <ac:spMkLst>
            <pc:docMk/>
            <pc:sldMk cId="2946987458" sldId="259"/>
            <ac:spMk id="14" creationId="{BE389505-1995-BEF2-9320-AA72D9C2A5B8}"/>
          </ac:spMkLst>
        </pc:spChg>
        <pc:spChg chg="add del">
          <ac:chgData name="Kirsten Hollister" userId="f82291c8-99d5-47cd-8c9c-47767899496e" providerId="ADAL" clId="{11290D5E-812C-4B2B-94A2-2A1BD01151B4}" dt="2026-01-09T16:07:48.284" v="286" actId="26606"/>
          <ac:spMkLst>
            <pc:docMk/>
            <pc:sldMk cId="2946987458" sldId="259"/>
            <ac:spMk id="15" creationId="{00C4F1C3-3ADD-491F-8C66-57912A242177}"/>
          </ac:spMkLst>
        </pc:spChg>
        <pc:spChg chg="del">
          <ac:chgData name="Kirsten Hollister" userId="f82291c8-99d5-47cd-8c9c-47767899496e" providerId="ADAL" clId="{11290D5E-812C-4B2B-94A2-2A1BD01151B4}" dt="2026-01-09T15:34:02.485" v="74"/>
          <ac:spMkLst>
            <pc:docMk/>
            <pc:sldMk cId="2946987458" sldId="259"/>
            <ac:spMk id="16" creationId="{8A61AD78-5CEE-33A6-656D-31E373DAA454}"/>
          </ac:spMkLst>
        </pc:spChg>
        <pc:spChg chg="add del">
          <ac:chgData name="Kirsten Hollister" userId="f82291c8-99d5-47cd-8c9c-47767899496e" providerId="ADAL" clId="{11290D5E-812C-4B2B-94A2-2A1BD01151B4}" dt="2026-01-09T16:07:48.284" v="286" actId="26606"/>
          <ac:spMkLst>
            <pc:docMk/>
            <pc:sldMk cId="2946987458" sldId="259"/>
            <ac:spMk id="17" creationId="{0B323FE0-DFB0-4368-A3C2-FC1402A98C03}"/>
          </ac:spMkLst>
        </pc:spChg>
        <pc:spChg chg="add del">
          <ac:chgData name="Kirsten Hollister" userId="f82291c8-99d5-47cd-8c9c-47767899496e" providerId="ADAL" clId="{11290D5E-812C-4B2B-94A2-2A1BD01151B4}" dt="2026-01-09T16:07:48.284" v="286" actId="26606"/>
          <ac:spMkLst>
            <pc:docMk/>
            <pc:sldMk cId="2946987458" sldId="259"/>
            <ac:spMk id="20" creationId="{7C684499-6F30-4C6A-8094-E2E3E91B3050}"/>
          </ac:spMkLst>
        </pc:spChg>
        <pc:spChg chg="add del">
          <ac:chgData name="Kirsten Hollister" userId="f82291c8-99d5-47cd-8c9c-47767899496e" providerId="ADAL" clId="{11290D5E-812C-4B2B-94A2-2A1BD01151B4}" dt="2026-01-09T16:07:48.284" v="286" actId="26606"/>
          <ac:spMkLst>
            <pc:docMk/>
            <pc:sldMk cId="2946987458" sldId="259"/>
            <ac:spMk id="21" creationId="{D5AECED4-26C2-4E8F-A340-2402369DC222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2946987458" sldId="259"/>
            <ac:spMk id="27" creationId="{00C4F1C3-3ADD-491F-8C66-57912A242177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2946987458" sldId="259"/>
            <ac:spMk id="29" creationId="{0B323FE0-DFB0-4368-A3C2-FC1402A98C03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2946987458" sldId="259"/>
            <ac:spMk id="33" creationId="{8A566188-DA61-435D-B7D6-F237748F153D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2946987458" sldId="259"/>
            <ac:spMk id="35" creationId="{59CDD208-D64E-4053-BB7E-A9CF89D127A8}"/>
          </ac:spMkLst>
        </pc:spChg>
        <pc:cxnChg chg="add del">
          <ac:chgData name="Kirsten Hollister" userId="f82291c8-99d5-47cd-8c9c-47767899496e" providerId="ADAL" clId="{11290D5E-812C-4B2B-94A2-2A1BD01151B4}" dt="2026-01-09T15:34:47.404" v="90"/>
          <ac:cxnSpMkLst>
            <pc:docMk/>
            <pc:sldMk cId="2946987458" sldId="259"/>
            <ac:cxnSpMk id="7" creationId="{E4BCA77F-6A46-46C1-822E-DF8DB6F08D5A}"/>
          </ac:cxnSpMkLst>
        </pc:cxnChg>
        <pc:cxnChg chg="del">
          <ac:chgData name="Kirsten Hollister" userId="f82291c8-99d5-47cd-8c9c-47767899496e" providerId="ADAL" clId="{11290D5E-812C-4B2B-94A2-2A1BD01151B4}" dt="2026-01-09T15:34:02.485" v="74"/>
          <ac:cxnSpMkLst>
            <pc:docMk/>
            <pc:sldMk cId="2946987458" sldId="259"/>
            <ac:cxnSpMk id="12" creationId="{5A3E531C-5554-21E9-4451-97FC65D9A846}"/>
          </ac:cxnSpMkLst>
        </pc:cxnChg>
        <pc:cxnChg chg="add del">
          <ac:chgData name="Kirsten Hollister" userId="f82291c8-99d5-47cd-8c9c-47767899496e" providerId="ADAL" clId="{11290D5E-812C-4B2B-94A2-2A1BD01151B4}" dt="2026-01-09T15:34:47.404" v="90"/>
          <ac:cxnSpMkLst>
            <pc:docMk/>
            <pc:sldMk cId="2946987458" sldId="259"/>
            <ac:cxnSpMk id="13" creationId="{B93C2A17-5343-41E9-BE0B-BFA49AFA1E1F}"/>
          </ac:cxnSpMkLst>
        </pc:cxnChg>
        <pc:cxnChg chg="del">
          <ac:chgData name="Kirsten Hollister" userId="f82291c8-99d5-47cd-8c9c-47767899496e" providerId="ADAL" clId="{11290D5E-812C-4B2B-94A2-2A1BD01151B4}" dt="2026-01-09T15:34:02.485" v="74"/>
          <ac:cxnSpMkLst>
            <pc:docMk/>
            <pc:sldMk cId="2946987458" sldId="259"/>
            <ac:cxnSpMk id="18" creationId="{38B36D9D-5819-0FC0-0122-270E762F35F1}"/>
          </ac:cxnSpMkLst>
        </pc:cxnChg>
        <pc:cxnChg chg="add">
          <ac:chgData name="Kirsten Hollister" userId="f82291c8-99d5-47cd-8c9c-47767899496e" providerId="ADAL" clId="{11290D5E-812C-4B2B-94A2-2A1BD01151B4}" dt="2026-01-09T16:07:08.424" v="272" actId="26606"/>
          <ac:cxnSpMkLst>
            <pc:docMk/>
            <pc:sldMk cId="2946987458" sldId="259"/>
            <ac:cxnSpMk id="19" creationId="{E4BCA77F-6A46-46C1-822E-DF8DB6F08D5A}"/>
          </ac:cxnSpMkLst>
        </pc:cxnChg>
        <pc:cxnChg chg="add">
          <ac:chgData name="Kirsten Hollister" userId="f82291c8-99d5-47cd-8c9c-47767899496e" providerId="ADAL" clId="{11290D5E-812C-4B2B-94A2-2A1BD01151B4}" dt="2026-01-09T16:07:08.424" v="272" actId="26606"/>
          <ac:cxnSpMkLst>
            <pc:docMk/>
            <pc:sldMk cId="2946987458" sldId="259"/>
            <ac:cxnSpMk id="22" creationId="{C9213D27-7A25-46D8-B1BD-E470E49C6C2F}"/>
          </ac:cxnSpMkLst>
        </pc:cxnChg>
        <pc:cxnChg chg="add del">
          <ac:chgData name="Kirsten Hollister" userId="f82291c8-99d5-47cd-8c9c-47767899496e" providerId="ADAL" clId="{11290D5E-812C-4B2B-94A2-2A1BD01151B4}" dt="2026-01-10T11:15:33.817" v="1447"/>
          <ac:cxnSpMkLst>
            <pc:docMk/>
            <pc:sldMk cId="2946987458" sldId="259"/>
            <ac:cxnSpMk id="31" creationId="{E4BCA77F-6A46-46C1-822E-DF8DB6F08D5A}"/>
          </ac:cxnSpMkLst>
        </pc:cxnChg>
        <pc:cxnChg chg="add del">
          <ac:chgData name="Kirsten Hollister" userId="f82291c8-99d5-47cd-8c9c-47767899496e" providerId="ADAL" clId="{11290D5E-812C-4B2B-94A2-2A1BD01151B4}" dt="2026-01-10T11:15:33.817" v="1447"/>
          <ac:cxnSpMkLst>
            <pc:docMk/>
            <pc:sldMk cId="2946987458" sldId="259"/>
            <ac:cxnSpMk id="37" creationId="{B93C2A17-5343-41E9-BE0B-BFA49AFA1E1F}"/>
          </ac:cxnSpMkLst>
        </pc:cxnChg>
      </pc:sldChg>
      <pc:sldChg chg="addSp delSp modSp add mod">
        <pc:chgData name="Kirsten Hollister" userId="f82291c8-99d5-47cd-8c9c-47767899496e" providerId="ADAL" clId="{11290D5E-812C-4B2B-94A2-2A1BD01151B4}" dt="2026-01-10T11:15:33.817" v="1447"/>
        <pc:sldMkLst>
          <pc:docMk/>
          <pc:sldMk cId="1593432071" sldId="260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593432071" sldId="260"/>
            <ac:spMk id="2" creationId="{5CE521EF-4265-E37F-D4B1-F7A1C4FFE992}"/>
          </ac:spMkLst>
        </pc:spChg>
        <pc:spChg chg="add del mod">
          <ac:chgData name="Kirsten Hollister" userId="f82291c8-99d5-47cd-8c9c-47767899496e" providerId="ADAL" clId="{11290D5E-812C-4B2B-94A2-2A1BD01151B4}" dt="2026-01-10T11:15:33.817" v="1447"/>
          <ac:spMkLst>
            <pc:docMk/>
            <pc:sldMk cId="1593432071" sldId="260"/>
            <ac:spMk id="3" creationId="{60ED7D5F-2A12-880B-D3D9-654020560194}"/>
          </ac:spMkLst>
        </pc:spChg>
        <pc:graphicFrameChg chg="add mod">
          <ac:chgData name="Kirsten Hollister" userId="f82291c8-99d5-47cd-8c9c-47767899496e" providerId="ADAL" clId="{11290D5E-812C-4B2B-94A2-2A1BD01151B4}" dt="2026-01-09T16:09:34.802" v="318"/>
          <ac:graphicFrameMkLst>
            <pc:docMk/>
            <pc:sldMk cId="1593432071" sldId="260"/>
            <ac:graphicFrameMk id="4" creationId="{A3394547-2CCC-A13A-170E-9A13820055C8}"/>
          </ac:graphicFrameMkLst>
        </pc:graphicFrameChg>
      </pc:sldChg>
      <pc:sldChg chg="addSp delSp modSp add mod setBg delDesignElem">
        <pc:chgData name="Kirsten Hollister" userId="f82291c8-99d5-47cd-8c9c-47767899496e" providerId="ADAL" clId="{11290D5E-812C-4B2B-94A2-2A1BD01151B4}" dt="2026-01-10T11:15:33.817" v="1447"/>
        <pc:sldMkLst>
          <pc:docMk/>
          <pc:sldMk cId="4179174920" sldId="261"/>
        </pc:sldMkLst>
        <pc:spChg chg="mod">
          <ac:chgData name="Kirsten Hollister" userId="f82291c8-99d5-47cd-8c9c-47767899496e" providerId="ADAL" clId="{11290D5E-812C-4B2B-94A2-2A1BD01151B4}" dt="2026-01-09T16:07:33.023" v="284" actId="20577"/>
          <ac:spMkLst>
            <pc:docMk/>
            <pc:sldMk cId="4179174920" sldId="261"/>
            <ac:spMk id="2" creationId="{C86E969D-A62D-CC02-A72B-AD09B950C644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4179174920" sldId="261"/>
            <ac:spMk id="5" creationId="{00C4F1C3-3ADD-491F-8C66-57912A242177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4179174920" sldId="261"/>
            <ac:spMk id="6" creationId="{0B323FE0-DFB0-4368-A3C2-FC1402A98C03}"/>
          </ac:spMkLst>
        </pc:spChg>
        <pc:spChg chg="del">
          <ac:chgData name="Kirsten Hollister" userId="f82291c8-99d5-47cd-8c9c-47767899496e" providerId="ADAL" clId="{11290D5E-812C-4B2B-94A2-2A1BD01151B4}" dt="2026-01-09T15:34:05.168" v="76"/>
          <ac:spMkLst>
            <pc:docMk/>
            <pc:sldMk cId="4179174920" sldId="261"/>
            <ac:spMk id="8" creationId="{BFC00B18-D50F-5627-1679-3C45D63CD576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4179174920" sldId="261"/>
            <ac:spMk id="9" creationId="{8A566188-DA61-435D-B7D6-F237748F153D}"/>
          </ac:spMkLst>
        </pc:spChg>
        <pc:spChg chg="del">
          <ac:chgData name="Kirsten Hollister" userId="f82291c8-99d5-47cd-8c9c-47767899496e" providerId="ADAL" clId="{11290D5E-812C-4B2B-94A2-2A1BD01151B4}" dt="2026-01-09T15:34:05.168" v="76"/>
          <ac:spMkLst>
            <pc:docMk/>
            <pc:sldMk cId="4179174920" sldId="261"/>
            <ac:spMk id="10" creationId="{AC56EC04-CAD3-C5DA-F4AE-473B98A9B013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4179174920" sldId="261"/>
            <ac:spMk id="11" creationId="{59CDD208-D64E-4053-BB7E-A9CF89D127A8}"/>
          </ac:spMkLst>
        </pc:spChg>
        <pc:spChg chg="del">
          <ac:chgData name="Kirsten Hollister" userId="f82291c8-99d5-47cd-8c9c-47767899496e" providerId="ADAL" clId="{11290D5E-812C-4B2B-94A2-2A1BD01151B4}" dt="2026-01-09T15:34:05.168" v="76"/>
          <ac:spMkLst>
            <pc:docMk/>
            <pc:sldMk cId="4179174920" sldId="261"/>
            <ac:spMk id="14" creationId="{AF15F7A0-AEBB-55B5-CBE4-C1FAEC7E1322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4179174920" sldId="261"/>
            <ac:spMk id="15" creationId="{00C4F1C3-3ADD-491F-8C66-57912A242177}"/>
          </ac:spMkLst>
        </pc:spChg>
        <pc:spChg chg="del">
          <ac:chgData name="Kirsten Hollister" userId="f82291c8-99d5-47cd-8c9c-47767899496e" providerId="ADAL" clId="{11290D5E-812C-4B2B-94A2-2A1BD01151B4}" dt="2026-01-09T15:34:05.168" v="76"/>
          <ac:spMkLst>
            <pc:docMk/>
            <pc:sldMk cId="4179174920" sldId="261"/>
            <ac:spMk id="16" creationId="{1C51804B-3D31-179A-95D8-F66CE18299B5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4179174920" sldId="261"/>
            <ac:spMk id="17" creationId="{0B323FE0-DFB0-4368-A3C2-FC1402A98C03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4179174920" sldId="261"/>
            <ac:spMk id="20" creationId="{8A566188-DA61-435D-B7D6-F237748F153D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4179174920" sldId="261"/>
            <ac:spMk id="21" creationId="{59CDD208-D64E-4053-BB7E-A9CF89D127A8}"/>
          </ac:spMkLst>
        </pc:spChg>
        <pc:cxnChg chg="add del">
          <ac:chgData name="Kirsten Hollister" userId="f82291c8-99d5-47cd-8c9c-47767899496e" providerId="ADAL" clId="{11290D5E-812C-4B2B-94A2-2A1BD01151B4}" dt="2026-01-09T15:34:47.404" v="90"/>
          <ac:cxnSpMkLst>
            <pc:docMk/>
            <pc:sldMk cId="4179174920" sldId="261"/>
            <ac:cxnSpMk id="7" creationId="{E4BCA77F-6A46-46C1-822E-DF8DB6F08D5A}"/>
          </ac:cxnSpMkLst>
        </pc:cxnChg>
        <pc:cxnChg chg="del">
          <ac:chgData name="Kirsten Hollister" userId="f82291c8-99d5-47cd-8c9c-47767899496e" providerId="ADAL" clId="{11290D5E-812C-4B2B-94A2-2A1BD01151B4}" dt="2026-01-09T15:34:05.168" v="76"/>
          <ac:cxnSpMkLst>
            <pc:docMk/>
            <pc:sldMk cId="4179174920" sldId="261"/>
            <ac:cxnSpMk id="12" creationId="{1CBEE46B-6EDB-2BBB-6251-CD4A10918FA7}"/>
          </ac:cxnSpMkLst>
        </pc:cxnChg>
        <pc:cxnChg chg="add del">
          <ac:chgData name="Kirsten Hollister" userId="f82291c8-99d5-47cd-8c9c-47767899496e" providerId="ADAL" clId="{11290D5E-812C-4B2B-94A2-2A1BD01151B4}" dt="2026-01-09T15:34:47.404" v="90"/>
          <ac:cxnSpMkLst>
            <pc:docMk/>
            <pc:sldMk cId="4179174920" sldId="261"/>
            <ac:cxnSpMk id="13" creationId="{B93C2A17-5343-41E9-BE0B-BFA49AFA1E1F}"/>
          </ac:cxnSpMkLst>
        </pc:cxnChg>
        <pc:cxnChg chg="del">
          <ac:chgData name="Kirsten Hollister" userId="f82291c8-99d5-47cd-8c9c-47767899496e" providerId="ADAL" clId="{11290D5E-812C-4B2B-94A2-2A1BD01151B4}" dt="2026-01-09T15:34:05.168" v="76"/>
          <ac:cxnSpMkLst>
            <pc:docMk/>
            <pc:sldMk cId="4179174920" sldId="261"/>
            <ac:cxnSpMk id="18" creationId="{145297BE-B56A-A683-CAF1-DB3E45EC78A7}"/>
          </ac:cxnSpMkLst>
        </pc:cxnChg>
        <pc:cxnChg chg="add del">
          <ac:chgData name="Kirsten Hollister" userId="f82291c8-99d5-47cd-8c9c-47767899496e" providerId="ADAL" clId="{11290D5E-812C-4B2B-94A2-2A1BD01151B4}" dt="2026-01-10T11:15:33.817" v="1447"/>
          <ac:cxnSpMkLst>
            <pc:docMk/>
            <pc:sldMk cId="4179174920" sldId="261"/>
            <ac:cxnSpMk id="19" creationId="{E4BCA77F-6A46-46C1-822E-DF8DB6F08D5A}"/>
          </ac:cxnSpMkLst>
        </pc:cxnChg>
        <pc:cxnChg chg="add del">
          <ac:chgData name="Kirsten Hollister" userId="f82291c8-99d5-47cd-8c9c-47767899496e" providerId="ADAL" clId="{11290D5E-812C-4B2B-94A2-2A1BD01151B4}" dt="2026-01-10T11:15:33.817" v="1447"/>
          <ac:cxnSpMkLst>
            <pc:docMk/>
            <pc:sldMk cId="4179174920" sldId="261"/>
            <ac:cxnSpMk id="22" creationId="{B93C2A17-5343-41E9-BE0B-BFA49AFA1E1F}"/>
          </ac:cxnSpMkLst>
        </pc:cxnChg>
      </pc:sldChg>
      <pc:sldChg chg="modSp add mod">
        <pc:chgData name="Kirsten Hollister" userId="f82291c8-99d5-47cd-8c9c-47767899496e" providerId="ADAL" clId="{11290D5E-812C-4B2B-94A2-2A1BD01151B4}" dt="2026-01-10T11:15:33.817" v="1447"/>
        <pc:sldMkLst>
          <pc:docMk/>
          <pc:sldMk cId="2885400884" sldId="262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885400884" sldId="262"/>
            <ac:spMk id="2" creationId="{F06A886A-7A9C-043D-AEC6-9C5A1BC16B98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885400884" sldId="262"/>
            <ac:spMk id="3" creationId="{0693B8B0-B654-0EB9-75E3-44F589D439E5}"/>
          </ac:spMkLst>
        </pc:spChg>
      </pc:sldChg>
      <pc:sldChg chg="addSp delSp modSp add mod setBg delDesignElem">
        <pc:chgData name="Kirsten Hollister" userId="f82291c8-99d5-47cd-8c9c-47767899496e" providerId="ADAL" clId="{11290D5E-812C-4B2B-94A2-2A1BD01151B4}" dt="2026-01-10T11:15:33.817" v="1447"/>
        <pc:sldMkLst>
          <pc:docMk/>
          <pc:sldMk cId="1816104639" sldId="263"/>
        </pc:sldMkLst>
        <pc:spChg chg="mod">
          <ac:chgData name="Kirsten Hollister" userId="f82291c8-99d5-47cd-8c9c-47767899496e" providerId="ADAL" clId="{11290D5E-812C-4B2B-94A2-2A1BD01151B4}" dt="2026-01-09T16:08:04.721" v="308" actId="20577"/>
          <ac:spMkLst>
            <pc:docMk/>
            <pc:sldMk cId="1816104639" sldId="263"/>
            <ac:spMk id="2" creationId="{5492EBA3-FB94-52F3-A883-AF01F45FD63D}"/>
          </ac:spMkLst>
        </pc:spChg>
        <pc:spChg chg="mod">
          <ac:chgData name="Kirsten Hollister" userId="f82291c8-99d5-47cd-8c9c-47767899496e" providerId="ADAL" clId="{11290D5E-812C-4B2B-94A2-2A1BD01151B4}" dt="2026-01-09T15:34:37.806" v="84" actId="26606"/>
          <ac:spMkLst>
            <pc:docMk/>
            <pc:sldMk cId="1816104639" sldId="263"/>
            <ac:spMk id="3" creationId="{A3106814-233E-008E-DB30-C87E99D544BA}"/>
          </ac:spMkLst>
        </pc:spChg>
        <pc:spChg chg="add del">
          <ac:chgData name="Kirsten Hollister" userId="f82291c8-99d5-47cd-8c9c-47767899496e" providerId="ADAL" clId="{11290D5E-812C-4B2B-94A2-2A1BD01151B4}" dt="2026-01-09T15:34:33.842" v="82" actId="26606"/>
          <ac:spMkLst>
            <pc:docMk/>
            <pc:sldMk cId="1816104639" sldId="263"/>
            <ac:spMk id="5" creationId="{00C4F1C3-3ADD-491F-8C66-57912A242177}"/>
          </ac:spMkLst>
        </pc:spChg>
        <pc:spChg chg="add del">
          <ac:chgData name="Kirsten Hollister" userId="f82291c8-99d5-47cd-8c9c-47767899496e" providerId="ADAL" clId="{11290D5E-812C-4B2B-94A2-2A1BD01151B4}" dt="2026-01-09T15:34:33.842" v="82" actId="26606"/>
          <ac:spMkLst>
            <pc:docMk/>
            <pc:sldMk cId="1816104639" sldId="263"/>
            <ac:spMk id="6" creationId="{0B323FE0-DFB0-4368-A3C2-FC1402A98C03}"/>
          </ac:spMkLst>
        </pc:spChg>
        <pc:spChg chg="del">
          <ac:chgData name="Kirsten Hollister" userId="f82291c8-99d5-47cd-8c9c-47767899496e" providerId="ADAL" clId="{11290D5E-812C-4B2B-94A2-2A1BD01151B4}" dt="2026-01-09T15:34:05.946" v="78"/>
          <ac:spMkLst>
            <pc:docMk/>
            <pc:sldMk cId="1816104639" sldId="263"/>
            <ac:spMk id="8" creationId="{283CA8A6-FE4A-91EC-6841-611158BBCC74}"/>
          </ac:spMkLst>
        </pc:spChg>
        <pc:spChg chg="add del">
          <ac:chgData name="Kirsten Hollister" userId="f82291c8-99d5-47cd-8c9c-47767899496e" providerId="ADAL" clId="{11290D5E-812C-4B2B-94A2-2A1BD01151B4}" dt="2026-01-09T15:34:33.842" v="82" actId="26606"/>
          <ac:spMkLst>
            <pc:docMk/>
            <pc:sldMk cId="1816104639" sldId="263"/>
            <ac:spMk id="9" creationId="{8A566188-DA61-435D-B7D6-F237748F153D}"/>
          </ac:spMkLst>
        </pc:spChg>
        <pc:spChg chg="del">
          <ac:chgData name="Kirsten Hollister" userId="f82291c8-99d5-47cd-8c9c-47767899496e" providerId="ADAL" clId="{11290D5E-812C-4B2B-94A2-2A1BD01151B4}" dt="2026-01-09T15:34:05.946" v="78"/>
          <ac:spMkLst>
            <pc:docMk/>
            <pc:sldMk cId="1816104639" sldId="263"/>
            <ac:spMk id="10" creationId="{A2C8AB6A-FFE3-894D-9C49-A163BA6C6FB2}"/>
          </ac:spMkLst>
        </pc:spChg>
        <pc:spChg chg="add del">
          <ac:chgData name="Kirsten Hollister" userId="f82291c8-99d5-47cd-8c9c-47767899496e" providerId="ADAL" clId="{11290D5E-812C-4B2B-94A2-2A1BD01151B4}" dt="2026-01-09T15:34:33.842" v="82" actId="26606"/>
          <ac:spMkLst>
            <pc:docMk/>
            <pc:sldMk cId="1816104639" sldId="263"/>
            <ac:spMk id="11" creationId="{59CDD208-D64E-4053-BB7E-A9CF89D127A8}"/>
          </ac:spMkLst>
        </pc:spChg>
        <pc:spChg chg="del">
          <ac:chgData name="Kirsten Hollister" userId="f82291c8-99d5-47cd-8c9c-47767899496e" providerId="ADAL" clId="{11290D5E-812C-4B2B-94A2-2A1BD01151B4}" dt="2026-01-09T15:34:05.946" v="78"/>
          <ac:spMkLst>
            <pc:docMk/>
            <pc:sldMk cId="1816104639" sldId="263"/>
            <ac:spMk id="14" creationId="{34FE17BC-B679-D087-561E-7CEEE49FD5EE}"/>
          </ac:spMkLst>
        </pc:spChg>
        <pc:spChg chg="add del">
          <ac:chgData name="Kirsten Hollister" userId="f82291c8-99d5-47cd-8c9c-47767899496e" providerId="ADAL" clId="{11290D5E-812C-4B2B-94A2-2A1BD01151B4}" dt="2026-01-09T15:34:37.806" v="84" actId="26606"/>
          <ac:spMkLst>
            <pc:docMk/>
            <pc:sldMk cId="1816104639" sldId="263"/>
            <ac:spMk id="15" creationId="{00C4F1C3-3ADD-491F-8C66-57912A242177}"/>
          </ac:spMkLst>
        </pc:spChg>
        <pc:spChg chg="del">
          <ac:chgData name="Kirsten Hollister" userId="f82291c8-99d5-47cd-8c9c-47767899496e" providerId="ADAL" clId="{11290D5E-812C-4B2B-94A2-2A1BD01151B4}" dt="2026-01-09T15:34:05.946" v="78"/>
          <ac:spMkLst>
            <pc:docMk/>
            <pc:sldMk cId="1816104639" sldId="263"/>
            <ac:spMk id="16" creationId="{986D7A13-14F0-5678-26DA-F2844F2A853B}"/>
          </ac:spMkLst>
        </pc:spChg>
        <pc:spChg chg="add del">
          <ac:chgData name="Kirsten Hollister" userId="f82291c8-99d5-47cd-8c9c-47767899496e" providerId="ADAL" clId="{11290D5E-812C-4B2B-94A2-2A1BD01151B4}" dt="2026-01-09T15:34:37.806" v="84" actId="26606"/>
          <ac:spMkLst>
            <pc:docMk/>
            <pc:sldMk cId="1816104639" sldId="263"/>
            <ac:spMk id="17" creationId="{0B323FE0-DFB0-4368-A3C2-FC1402A98C03}"/>
          </ac:spMkLst>
        </pc:spChg>
        <pc:spChg chg="add del">
          <ac:chgData name="Kirsten Hollister" userId="f82291c8-99d5-47cd-8c9c-47767899496e" providerId="ADAL" clId="{11290D5E-812C-4B2B-94A2-2A1BD01151B4}" dt="2026-01-09T15:34:37.806" v="84" actId="26606"/>
          <ac:spMkLst>
            <pc:docMk/>
            <pc:sldMk cId="1816104639" sldId="263"/>
            <ac:spMk id="20" creationId="{8A566188-DA61-435D-B7D6-F237748F153D}"/>
          </ac:spMkLst>
        </pc:spChg>
        <pc:spChg chg="add del">
          <ac:chgData name="Kirsten Hollister" userId="f82291c8-99d5-47cd-8c9c-47767899496e" providerId="ADAL" clId="{11290D5E-812C-4B2B-94A2-2A1BD01151B4}" dt="2026-01-09T15:34:37.806" v="84" actId="26606"/>
          <ac:spMkLst>
            <pc:docMk/>
            <pc:sldMk cId="1816104639" sldId="263"/>
            <ac:spMk id="21" creationId="{59CDD208-D64E-4053-BB7E-A9CF89D127A8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1816104639" sldId="263"/>
            <ac:spMk id="23" creationId="{00C4F1C3-3ADD-491F-8C66-57912A242177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1816104639" sldId="263"/>
            <ac:spMk id="24" creationId="{00C4F1C3-3ADD-491F-8C66-57912A242177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1816104639" sldId="263"/>
            <ac:spMk id="25" creationId="{0B323FE0-DFB0-4368-A3C2-FC1402A98C03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1816104639" sldId="263"/>
            <ac:spMk id="27" creationId="{8A566188-DA61-435D-B7D6-F237748F153D}"/>
          </ac:spMkLst>
        </pc:spChg>
        <pc:spChg chg="add del">
          <ac:chgData name="Kirsten Hollister" userId="f82291c8-99d5-47cd-8c9c-47767899496e" providerId="ADAL" clId="{11290D5E-812C-4B2B-94A2-2A1BD01151B4}" dt="2026-01-09T15:34:47.404" v="90"/>
          <ac:spMkLst>
            <pc:docMk/>
            <pc:sldMk cId="1816104639" sldId="263"/>
            <ac:spMk id="28" creationId="{59CDD208-D64E-4053-BB7E-A9CF89D127A8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1816104639" sldId="263"/>
            <ac:spMk id="30" creationId="{0B323FE0-DFB0-4368-A3C2-FC1402A98C03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1816104639" sldId="263"/>
            <ac:spMk id="32" creationId="{8A566188-DA61-435D-B7D6-F237748F153D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1816104639" sldId="263"/>
            <ac:spMk id="33" creationId="{59CDD208-D64E-4053-BB7E-A9CF89D127A8}"/>
          </ac:spMkLst>
        </pc:spChg>
        <pc:cxnChg chg="add del">
          <ac:chgData name="Kirsten Hollister" userId="f82291c8-99d5-47cd-8c9c-47767899496e" providerId="ADAL" clId="{11290D5E-812C-4B2B-94A2-2A1BD01151B4}" dt="2026-01-09T15:34:33.842" v="82" actId="26606"/>
          <ac:cxnSpMkLst>
            <pc:docMk/>
            <pc:sldMk cId="1816104639" sldId="263"/>
            <ac:cxnSpMk id="7" creationId="{E4BCA77F-6A46-46C1-822E-DF8DB6F08D5A}"/>
          </ac:cxnSpMkLst>
        </pc:cxnChg>
        <pc:cxnChg chg="del">
          <ac:chgData name="Kirsten Hollister" userId="f82291c8-99d5-47cd-8c9c-47767899496e" providerId="ADAL" clId="{11290D5E-812C-4B2B-94A2-2A1BD01151B4}" dt="2026-01-09T15:34:05.946" v="78"/>
          <ac:cxnSpMkLst>
            <pc:docMk/>
            <pc:sldMk cId="1816104639" sldId="263"/>
            <ac:cxnSpMk id="12" creationId="{6151AAC6-F747-79F7-F492-D27850747015}"/>
          </ac:cxnSpMkLst>
        </pc:cxnChg>
        <pc:cxnChg chg="add del">
          <ac:chgData name="Kirsten Hollister" userId="f82291c8-99d5-47cd-8c9c-47767899496e" providerId="ADAL" clId="{11290D5E-812C-4B2B-94A2-2A1BD01151B4}" dt="2026-01-09T15:34:33.842" v="82" actId="26606"/>
          <ac:cxnSpMkLst>
            <pc:docMk/>
            <pc:sldMk cId="1816104639" sldId="263"/>
            <ac:cxnSpMk id="13" creationId="{B93C2A17-5343-41E9-BE0B-BFA49AFA1E1F}"/>
          </ac:cxnSpMkLst>
        </pc:cxnChg>
        <pc:cxnChg chg="del">
          <ac:chgData name="Kirsten Hollister" userId="f82291c8-99d5-47cd-8c9c-47767899496e" providerId="ADAL" clId="{11290D5E-812C-4B2B-94A2-2A1BD01151B4}" dt="2026-01-09T15:34:05.946" v="78"/>
          <ac:cxnSpMkLst>
            <pc:docMk/>
            <pc:sldMk cId="1816104639" sldId="263"/>
            <ac:cxnSpMk id="18" creationId="{EDDA3D98-41EB-03BE-092F-B0393493ED45}"/>
          </ac:cxnSpMkLst>
        </pc:cxnChg>
        <pc:cxnChg chg="add del">
          <ac:chgData name="Kirsten Hollister" userId="f82291c8-99d5-47cd-8c9c-47767899496e" providerId="ADAL" clId="{11290D5E-812C-4B2B-94A2-2A1BD01151B4}" dt="2026-01-09T15:34:37.806" v="84" actId="26606"/>
          <ac:cxnSpMkLst>
            <pc:docMk/>
            <pc:sldMk cId="1816104639" sldId="263"/>
            <ac:cxnSpMk id="19" creationId="{E4BCA77F-6A46-46C1-822E-DF8DB6F08D5A}"/>
          </ac:cxnSpMkLst>
        </pc:cxnChg>
        <pc:cxnChg chg="add del">
          <ac:chgData name="Kirsten Hollister" userId="f82291c8-99d5-47cd-8c9c-47767899496e" providerId="ADAL" clId="{11290D5E-812C-4B2B-94A2-2A1BD01151B4}" dt="2026-01-09T15:34:37.806" v="84" actId="26606"/>
          <ac:cxnSpMkLst>
            <pc:docMk/>
            <pc:sldMk cId="1816104639" sldId="263"/>
            <ac:cxnSpMk id="22" creationId="{B93C2A17-5343-41E9-BE0B-BFA49AFA1E1F}"/>
          </ac:cxnSpMkLst>
        </pc:cxnChg>
        <pc:cxnChg chg="add del">
          <ac:chgData name="Kirsten Hollister" userId="f82291c8-99d5-47cd-8c9c-47767899496e" providerId="ADAL" clId="{11290D5E-812C-4B2B-94A2-2A1BD01151B4}" dt="2026-01-09T15:34:47.404" v="90"/>
          <ac:cxnSpMkLst>
            <pc:docMk/>
            <pc:sldMk cId="1816104639" sldId="263"/>
            <ac:cxnSpMk id="26" creationId="{E4BCA77F-6A46-46C1-822E-DF8DB6F08D5A}"/>
          </ac:cxnSpMkLst>
        </pc:cxnChg>
        <pc:cxnChg chg="add del">
          <ac:chgData name="Kirsten Hollister" userId="f82291c8-99d5-47cd-8c9c-47767899496e" providerId="ADAL" clId="{11290D5E-812C-4B2B-94A2-2A1BD01151B4}" dt="2026-01-09T15:34:47.404" v="90"/>
          <ac:cxnSpMkLst>
            <pc:docMk/>
            <pc:sldMk cId="1816104639" sldId="263"/>
            <ac:cxnSpMk id="29" creationId="{B93C2A17-5343-41E9-BE0B-BFA49AFA1E1F}"/>
          </ac:cxnSpMkLst>
        </pc:cxnChg>
        <pc:cxnChg chg="add del">
          <ac:chgData name="Kirsten Hollister" userId="f82291c8-99d5-47cd-8c9c-47767899496e" providerId="ADAL" clId="{11290D5E-812C-4B2B-94A2-2A1BD01151B4}" dt="2026-01-10T11:15:33.817" v="1447"/>
          <ac:cxnSpMkLst>
            <pc:docMk/>
            <pc:sldMk cId="1816104639" sldId="263"/>
            <ac:cxnSpMk id="31" creationId="{E4BCA77F-6A46-46C1-822E-DF8DB6F08D5A}"/>
          </ac:cxnSpMkLst>
        </pc:cxnChg>
        <pc:cxnChg chg="add del">
          <ac:chgData name="Kirsten Hollister" userId="f82291c8-99d5-47cd-8c9c-47767899496e" providerId="ADAL" clId="{11290D5E-812C-4B2B-94A2-2A1BD01151B4}" dt="2026-01-10T11:15:33.817" v="1447"/>
          <ac:cxnSpMkLst>
            <pc:docMk/>
            <pc:sldMk cId="1816104639" sldId="263"/>
            <ac:cxnSpMk id="34" creationId="{B93C2A17-5343-41E9-BE0B-BFA49AFA1E1F}"/>
          </ac:cxnSpMkLst>
        </pc:cxnChg>
      </pc:sldChg>
      <pc:sldChg chg="modSp add mod">
        <pc:chgData name="Kirsten Hollister" userId="f82291c8-99d5-47cd-8c9c-47767899496e" providerId="ADAL" clId="{11290D5E-812C-4B2B-94A2-2A1BD01151B4}" dt="2026-01-10T11:15:33.817" v="1447"/>
        <pc:sldMkLst>
          <pc:docMk/>
          <pc:sldMk cId="3845381284" sldId="264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845381284" sldId="264"/>
            <ac:spMk id="2" creationId="{87144B98-CDE1-5333-8288-A57285D3986A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845381284" sldId="264"/>
            <ac:spMk id="3" creationId="{991458DF-1E80-F790-BE79-24E35D0C7A61}"/>
          </ac:spMkLst>
        </pc:spChg>
      </pc:sldChg>
      <pc:sldChg chg="addSp delSp modSp new mod modClrScheme chgLayout">
        <pc:chgData name="Kirsten Hollister" userId="f82291c8-99d5-47cd-8c9c-47767899496e" providerId="ADAL" clId="{11290D5E-812C-4B2B-94A2-2A1BD01151B4}" dt="2026-01-10T11:15:33.817" v="1447"/>
        <pc:sldMkLst>
          <pc:docMk/>
          <pc:sldMk cId="1780264697" sldId="265"/>
        </pc:sldMkLst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1780264697" sldId="265"/>
            <ac:spMk id="2" creationId="{45CABB98-7715-E840-10CB-02AC996F44E3}"/>
          </ac:spMkLst>
        </pc:spChg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1780264697" sldId="265"/>
            <ac:spMk id="3" creationId="{8DE2EFCC-6901-0651-527A-A123C6FA2E23}"/>
          </ac:spMkLst>
        </pc:spChg>
        <pc:spChg chg="add del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1780264697" sldId="265"/>
            <ac:spMk id="4" creationId="{AE9A3E5A-5FD4-6EF7-6430-87F529B68D1A}"/>
          </ac:spMkLst>
        </pc:spChg>
        <pc:spChg chg="add mod">
          <ac:chgData name="Kirsten Hollister" userId="f82291c8-99d5-47cd-8c9c-47767899496e" providerId="ADAL" clId="{11290D5E-812C-4B2B-94A2-2A1BD01151B4}" dt="2026-01-09T15:55:13.071" v="154"/>
          <ac:spMkLst>
            <pc:docMk/>
            <pc:sldMk cId="1780264697" sldId="265"/>
            <ac:spMk id="5" creationId="{6B02EFC4-B8FB-2AEA-9934-8BC52CD2E5A5}"/>
          </ac:spMkLst>
        </pc:spChg>
      </pc:sldChg>
      <pc:sldChg chg="addSp modSp new mod modClrScheme chgLayout">
        <pc:chgData name="Kirsten Hollister" userId="f82291c8-99d5-47cd-8c9c-47767899496e" providerId="ADAL" clId="{11290D5E-812C-4B2B-94A2-2A1BD01151B4}" dt="2026-01-10T11:15:33.817" v="1447"/>
        <pc:sldMkLst>
          <pc:docMk/>
          <pc:sldMk cId="2533032190" sldId="266"/>
        </pc:sldMkLst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2533032190" sldId="266"/>
            <ac:spMk id="2" creationId="{B737803D-81F1-424A-7309-C7100D19FBDB}"/>
          </ac:spMkLst>
        </pc:spChg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2533032190" sldId="266"/>
            <ac:spMk id="3" creationId="{C78D79CD-066B-95B4-8CAF-8E9E2EF7FF27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2533032190" sldId="266"/>
            <ac:spMk id="4" creationId="{9C729678-824C-CF0A-3B7D-2E9F315AB4EB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998877653" sldId="267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998877653" sldId="267"/>
            <ac:spMk id="2" creationId="{8270BAD7-0A19-B149-04A1-22C9FCD18F1B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998877653" sldId="267"/>
            <ac:spMk id="3" creationId="{6EBC7C63-647D-05AD-DD96-74B5E1DFEC33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998877653" sldId="267"/>
            <ac:spMk id="4" creationId="{3DD7837B-44DA-97AA-041F-0C4B01E69013}"/>
          </ac:spMkLst>
        </pc:spChg>
      </pc:sldChg>
      <pc:sldChg chg="addSp delSp modSp new mod modClrScheme chgLayout">
        <pc:chgData name="Kirsten Hollister" userId="f82291c8-99d5-47cd-8c9c-47767899496e" providerId="ADAL" clId="{11290D5E-812C-4B2B-94A2-2A1BD01151B4}" dt="2026-01-10T11:15:33.817" v="1447"/>
        <pc:sldMkLst>
          <pc:docMk/>
          <pc:sldMk cId="1594860043" sldId="268"/>
        </pc:sldMkLst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1594860043" sldId="268"/>
            <ac:spMk id="2" creationId="{E60213DF-B688-42A2-57AC-ECC9070E21AC}"/>
          </ac:spMkLst>
        </pc:spChg>
        <pc:spChg chg="del mod ord">
          <ac:chgData name="Kirsten Hollister" userId="f82291c8-99d5-47cd-8c9c-47767899496e" providerId="ADAL" clId="{11290D5E-812C-4B2B-94A2-2A1BD01151B4}" dt="2026-01-09T16:04:02.473" v="252" actId="700"/>
          <ac:spMkLst>
            <pc:docMk/>
            <pc:sldMk cId="1594860043" sldId="268"/>
            <ac:spMk id="3" creationId="{5CA31B29-6F6A-5CB1-CC80-15D1DC31EC2E}"/>
          </ac:spMkLst>
        </pc:spChg>
        <pc:spChg chg="del">
          <ac:chgData name="Kirsten Hollister" userId="f82291c8-99d5-47cd-8c9c-47767899496e" providerId="ADAL" clId="{11290D5E-812C-4B2B-94A2-2A1BD01151B4}" dt="2026-01-09T16:04:02.473" v="252" actId="700"/>
          <ac:spMkLst>
            <pc:docMk/>
            <pc:sldMk cId="1594860043" sldId="268"/>
            <ac:spMk id="4" creationId="{139A7F32-59FE-C6F1-56C5-82E7840F5661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1594860043" sldId="268"/>
            <ac:spMk id="5" creationId="{2DDFD229-5388-75DE-DB7C-1CF7647081BF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1986210526" sldId="269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986210526" sldId="269"/>
            <ac:spMk id="2" creationId="{3587D8EB-2E00-4A44-40DF-F2CD3ACC7B33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986210526" sldId="269"/>
            <ac:spMk id="3" creationId="{52CDA43E-CC67-0888-5B33-7E66DE53CDEC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986210526" sldId="269"/>
            <ac:spMk id="4" creationId="{5EFC8654-677E-5B55-7E29-0A2509050C65}"/>
          </ac:spMkLst>
        </pc:spChg>
      </pc:sldChg>
      <pc:sldChg chg="addSp delSp 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523050553" sldId="270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523050553" sldId="270"/>
            <ac:spMk id="2" creationId="{4AD51300-093E-AE7C-182D-C3D6EC4257EC}"/>
          </ac:spMkLst>
        </pc:spChg>
        <pc:spChg chg="del">
          <ac:chgData name="Kirsten Hollister" userId="f82291c8-99d5-47cd-8c9c-47767899496e" providerId="ADAL" clId="{11290D5E-812C-4B2B-94A2-2A1BD01151B4}" dt="2026-01-09T16:10:06.162" v="327"/>
          <ac:spMkLst>
            <pc:docMk/>
            <pc:sldMk cId="523050553" sldId="270"/>
            <ac:spMk id="3" creationId="{B0538CE4-2A30-85DD-BF4E-BBD6089DBCF5}"/>
          </ac:spMkLst>
        </pc:spChg>
        <pc:spChg chg="add mod">
          <ac:chgData name="Kirsten Hollister" userId="f82291c8-99d5-47cd-8c9c-47767899496e" providerId="ADAL" clId="{11290D5E-812C-4B2B-94A2-2A1BD01151B4}" dt="2026-01-10T11:15:33.817" v="1447"/>
          <ac:spMkLst>
            <pc:docMk/>
            <pc:sldMk cId="523050553" sldId="270"/>
            <ac:spMk id="6" creationId="{F96190CE-FF40-4C19-4C21-804F59DF5E57}"/>
          </ac:spMkLst>
        </pc:spChg>
        <pc:graphicFrameChg chg="add del mod">
          <ac:chgData name="Kirsten Hollister" userId="f82291c8-99d5-47cd-8c9c-47767899496e" providerId="ADAL" clId="{11290D5E-812C-4B2B-94A2-2A1BD01151B4}" dt="2026-01-09T16:10:07.204" v="328" actId="21"/>
          <ac:graphicFrameMkLst>
            <pc:docMk/>
            <pc:sldMk cId="523050553" sldId="270"/>
            <ac:graphicFrameMk id="4" creationId="{F159F191-2559-B7E2-F075-A9F668222DF0}"/>
          </ac:graphicFrameMkLst>
        </pc:graphicFrameChg>
      </pc:sldChg>
      <pc:sldChg chg="addSp delSp 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269120969" sldId="271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69120969" sldId="271"/>
            <ac:spMk id="2" creationId="{1ECFF5A7-BF6C-C0AC-30B3-BF3EB15CF751}"/>
          </ac:spMkLst>
        </pc:spChg>
        <pc:spChg chg="add del mod">
          <ac:chgData name="Kirsten Hollister" userId="f82291c8-99d5-47cd-8c9c-47767899496e" providerId="ADAL" clId="{11290D5E-812C-4B2B-94A2-2A1BD01151B4}" dt="2026-01-10T11:15:33.817" v="1447"/>
          <ac:spMkLst>
            <pc:docMk/>
            <pc:sldMk cId="269120969" sldId="271"/>
            <ac:spMk id="3" creationId="{E6818071-A543-6332-7F93-D31FB97AAE0E}"/>
          </ac:spMkLst>
        </pc:spChg>
        <pc:graphicFrameChg chg="add mod">
          <ac:chgData name="Kirsten Hollister" userId="f82291c8-99d5-47cd-8c9c-47767899496e" providerId="ADAL" clId="{11290D5E-812C-4B2B-94A2-2A1BD01151B4}" dt="2026-01-09T16:11:15.932" v="331"/>
          <ac:graphicFrameMkLst>
            <pc:docMk/>
            <pc:sldMk cId="269120969" sldId="271"/>
            <ac:graphicFrameMk id="4" creationId="{EA1BE07E-56ED-98F5-E109-ED5F99B4CE73}"/>
          </ac:graphicFrameMkLst>
        </pc:graphicFrameChg>
      </pc:sldChg>
      <pc:sldChg chg="addSp modSp new mod modClrScheme chgLayout">
        <pc:chgData name="Kirsten Hollister" userId="f82291c8-99d5-47cd-8c9c-47767899496e" providerId="ADAL" clId="{11290D5E-812C-4B2B-94A2-2A1BD01151B4}" dt="2026-01-10T11:15:33.817" v="1447"/>
        <pc:sldMkLst>
          <pc:docMk/>
          <pc:sldMk cId="625186797" sldId="272"/>
        </pc:sldMkLst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625186797" sldId="272"/>
            <ac:spMk id="2" creationId="{B0A3CD39-CB84-110C-96D6-C05EDDD5FDE0}"/>
          </ac:spMkLst>
        </pc:spChg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625186797" sldId="272"/>
            <ac:spMk id="3" creationId="{B549A33F-167E-0CB8-78DB-D4951A8917D0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625186797" sldId="272"/>
            <ac:spMk id="4" creationId="{27AB474F-372A-14E3-434E-3046F0CDCC95}"/>
          </ac:spMkLst>
        </pc:spChg>
      </pc:sldChg>
      <pc:sldChg chg="addSp modSp new mod modClrScheme chgLayout">
        <pc:chgData name="Kirsten Hollister" userId="f82291c8-99d5-47cd-8c9c-47767899496e" providerId="ADAL" clId="{11290D5E-812C-4B2B-94A2-2A1BD01151B4}" dt="2026-01-10T11:15:33.817" v="1447"/>
        <pc:sldMkLst>
          <pc:docMk/>
          <pc:sldMk cId="3969895773" sldId="273"/>
        </pc:sldMkLst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969895773" sldId="273"/>
            <ac:spMk id="2" creationId="{EFC056D5-150A-A1F6-3B0F-3F6C86995A5F}"/>
          </ac:spMkLst>
        </pc:spChg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969895773" sldId="273"/>
            <ac:spMk id="3" creationId="{EF497A0D-EC78-7D1B-BE32-0CFF68C8F7C5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969895773" sldId="273"/>
            <ac:spMk id="4" creationId="{B268E98F-C7F0-499C-C4D4-B65D88B4CA3F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155033749" sldId="274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55033749" sldId="274"/>
            <ac:spMk id="2" creationId="{28B8CD3B-2A42-10DC-B2EF-B2DF4F62EF76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55033749" sldId="274"/>
            <ac:spMk id="3" creationId="{ECBE507F-2D4E-DA4F-7EAA-61CDC3EBAB6E}"/>
          </ac:spMkLst>
        </pc:spChg>
      </pc:sldChg>
      <pc:sldChg chg="modSp new">
        <pc:chgData name="Kirsten Hollister" userId="f82291c8-99d5-47cd-8c9c-47767899496e" providerId="ADAL" clId="{11290D5E-812C-4B2B-94A2-2A1BD01151B4}" dt="2026-01-10T11:15:33.817" v="1447"/>
        <pc:sldMkLst>
          <pc:docMk/>
          <pc:sldMk cId="1353875131" sldId="275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353875131" sldId="275"/>
            <ac:spMk id="2" creationId="{92418B83-A62C-CE4D-BF19-26820AC36FF0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353875131" sldId="275"/>
            <ac:spMk id="3" creationId="{2EE1FC15-899B-8E71-A83B-8098C4AAE2FA}"/>
          </ac:spMkLst>
        </pc:spChg>
      </pc:sldChg>
      <pc:sldChg chg="addSp delSp 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2400264695" sldId="276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400264695" sldId="276"/>
            <ac:spMk id="2" creationId="{BAA6E4F0-038A-F3CD-CE7E-D785A9659879}"/>
          </ac:spMkLst>
        </pc:spChg>
        <pc:spChg chg="add del mod">
          <ac:chgData name="Kirsten Hollister" userId="f82291c8-99d5-47cd-8c9c-47767899496e" providerId="ADAL" clId="{11290D5E-812C-4B2B-94A2-2A1BD01151B4}" dt="2026-01-10T11:15:33.817" v="1447"/>
          <ac:spMkLst>
            <pc:docMk/>
            <pc:sldMk cId="2400264695" sldId="276"/>
            <ac:spMk id="3" creationId="{3A9B9071-2826-DA94-6E4E-1D4E8792F368}"/>
          </ac:spMkLst>
        </pc:spChg>
        <pc:graphicFrameChg chg="add mod">
          <ac:chgData name="Kirsten Hollister" userId="f82291c8-99d5-47cd-8c9c-47767899496e" providerId="ADAL" clId="{11290D5E-812C-4B2B-94A2-2A1BD01151B4}" dt="2026-01-09T16:20:43.684" v="611"/>
          <ac:graphicFrameMkLst>
            <pc:docMk/>
            <pc:sldMk cId="2400264695" sldId="276"/>
            <ac:graphicFrameMk id="4" creationId="{019DFF5E-D5D7-79A9-E804-A3954BCCC2CC}"/>
          </ac:graphicFrameMkLst>
        </pc:graphicFrameChg>
      </pc:sldChg>
      <pc:sldChg chg="modSp new mod ord">
        <pc:chgData name="Kirsten Hollister" userId="f82291c8-99d5-47cd-8c9c-47767899496e" providerId="ADAL" clId="{11290D5E-812C-4B2B-94A2-2A1BD01151B4}" dt="2026-01-10T11:15:33.817" v="1447"/>
        <pc:sldMkLst>
          <pc:docMk/>
          <pc:sldMk cId="2377705211" sldId="277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377705211" sldId="277"/>
            <ac:spMk id="2" creationId="{8CFC520D-9972-1FC4-D00B-DEF8931CE9F6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377705211" sldId="277"/>
            <ac:spMk id="3" creationId="{9B874C29-E259-3056-09A3-31CCE77ECBCD}"/>
          </ac:spMkLst>
        </pc:spChg>
      </pc:sldChg>
      <pc:sldChg chg="modSp new ord">
        <pc:chgData name="Kirsten Hollister" userId="f82291c8-99d5-47cd-8c9c-47767899496e" providerId="ADAL" clId="{11290D5E-812C-4B2B-94A2-2A1BD01151B4}" dt="2026-01-10T11:15:33.817" v="1447"/>
        <pc:sldMkLst>
          <pc:docMk/>
          <pc:sldMk cId="4276241025" sldId="278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4276241025" sldId="278"/>
            <ac:spMk id="2" creationId="{F3324F35-C748-3DD0-E8E2-F4DA8C2F5C7E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4276241025" sldId="278"/>
            <ac:spMk id="3" creationId="{80F84D90-F1B4-0B37-AA82-EAE966BBE654}"/>
          </ac:spMkLst>
        </pc:spChg>
      </pc:sldChg>
      <pc:sldChg chg="modSp new mod ord">
        <pc:chgData name="Kirsten Hollister" userId="f82291c8-99d5-47cd-8c9c-47767899496e" providerId="ADAL" clId="{11290D5E-812C-4B2B-94A2-2A1BD01151B4}" dt="2026-01-10T11:15:33.817" v="1447"/>
        <pc:sldMkLst>
          <pc:docMk/>
          <pc:sldMk cId="621334039" sldId="279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621334039" sldId="279"/>
            <ac:spMk id="2" creationId="{826E0C63-754B-F21D-9C74-37C3FE57BC8B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621334039" sldId="279"/>
            <ac:spMk id="3" creationId="{34014DAB-33CD-6CF7-6DC7-B8607BB92C93}"/>
          </ac:spMkLst>
        </pc:spChg>
      </pc:sldChg>
      <pc:sldChg chg="modSp new">
        <pc:chgData name="Kirsten Hollister" userId="f82291c8-99d5-47cd-8c9c-47767899496e" providerId="ADAL" clId="{11290D5E-812C-4B2B-94A2-2A1BD01151B4}" dt="2026-01-10T11:15:33.817" v="1447"/>
        <pc:sldMkLst>
          <pc:docMk/>
          <pc:sldMk cId="3969976961" sldId="280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969976961" sldId="280"/>
            <ac:spMk id="2" creationId="{BEE54B4A-5E41-A03B-39E2-5E0D38095CB9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969976961" sldId="280"/>
            <ac:spMk id="3" creationId="{EA736911-3861-AB9C-0235-7FE54A56A163}"/>
          </ac:spMkLst>
        </pc:spChg>
      </pc:sldChg>
      <pc:sldChg chg="modSp new">
        <pc:chgData name="Kirsten Hollister" userId="f82291c8-99d5-47cd-8c9c-47767899496e" providerId="ADAL" clId="{11290D5E-812C-4B2B-94A2-2A1BD01151B4}" dt="2026-01-10T11:15:33.817" v="1447"/>
        <pc:sldMkLst>
          <pc:docMk/>
          <pc:sldMk cId="192518050" sldId="281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92518050" sldId="281"/>
            <ac:spMk id="2" creationId="{29BD3A9F-BBAD-8E01-1C44-01EE6050033E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92518050" sldId="281"/>
            <ac:spMk id="3" creationId="{0F699FFB-4AA8-9826-4137-122DF0B159C5}"/>
          </ac:spMkLst>
        </pc:spChg>
      </pc:sldChg>
      <pc:sldChg chg="modSp new">
        <pc:chgData name="Kirsten Hollister" userId="f82291c8-99d5-47cd-8c9c-47767899496e" providerId="ADAL" clId="{11290D5E-812C-4B2B-94A2-2A1BD01151B4}" dt="2026-01-10T11:15:33.817" v="1447"/>
        <pc:sldMkLst>
          <pc:docMk/>
          <pc:sldMk cId="2790066571" sldId="282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790066571" sldId="282"/>
            <ac:spMk id="2" creationId="{BE45F100-468D-6E85-41C5-1D2B7E1803E2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790066571" sldId="282"/>
            <ac:spMk id="3" creationId="{DA07CA73-6AB5-FC01-EBF6-D366ED174CBB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793310241" sldId="283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793310241" sldId="283"/>
            <ac:spMk id="2" creationId="{1903A445-F68F-E075-9C29-8CDD4E67F789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793310241" sldId="283"/>
            <ac:spMk id="3" creationId="{444D4186-7105-872C-BF8A-AA1EAE929CE2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184801907" sldId="284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84801907" sldId="284"/>
            <ac:spMk id="2" creationId="{25A7BF3B-DA47-DF65-3D00-408F7C774E35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84801907" sldId="284"/>
            <ac:spMk id="3" creationId="{6FC8505F-3DF4-D0C0-4B69-9CCC3B165B85}"/>
          </ac:spMkLst>
        </pc:spChg>
      </pc:sldChg>
      <pc:sldChg chg="addSp delSp modSp new mod modClrScheme chgLayout">
        <pc:chgData name="Kirsten Hollister" userId="f82291c8-99d5-47cd-8c9c-47767899496e" providerId="ADAL" clId="{11290D5E-812C-4B2B-94A2-2A1BD01151B4}" dt="2026-01-10T11:15:33.817" v="1447"/>
        <pc:sldMkLst>
          <pc:docMk/>
          <pc:sldMk cId="4087074735" sldId="285"/>
        </pc:sldMkLst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4087074735" sldId="285"/>
            <ac:spMk id="2" creationId="{9CE6C344-F6E4-375B-67A7-BA594C6C23A3}"/>
          </ac:spMkLst>
        </pc:spChg>
        <pc:spChg chg="del mod ord">
          <ac:chgData name="Kirsten Hollister" userId="f82291c8-99d5-47cd-8c9c-47767899496e" providerId="ADAL" clId="{11290D5E-812C-4B2B-94A2-2A1BD01151B4}" dt="2026-01-09T16:46:11.481" v="782" actId="700"/>
          <ac:spMkLst>
            <pc:docMk/>
            <pc:sldMk cId="4087074735" sldId="285"/>
            <ac:spMk id="3" creationId="{0A1C5481-3E0B-ED12-BFBB-5BA2271B863E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4087074735" sldId="285"/>
            <ac:spMk id="4" creationId="{D81A7190-852D-2813-1F05-7D65B3D5A6E0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4087074735" sldId="285"/>
            <ac:spMk id="5" creationId="{37303364-18CD-5175-8EF6-9D9FC16AFAFC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4087074735" sldId="285"/>
            <ac:spMk id="6" creationId="{1D4D44EC-E4ED-5870-42A0-673A4247FD22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4087074735" sldId="285"/>
            <ac:spMk id="7" creationId="{712D521E-FA74-98ED-22CC-31786CC3297B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2731146856" sldId="286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731146856" sldId="286"/>
            <ac:spMk id="2" creationId="{C7B6462A-65C1-0AA5-5C39-AC2A978B4559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731146856" sldId="286"/>
            <ac:spMk id="3" creationId="{B6531BB2-456B-6D64-7187-24E98C9D1F91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1745866162" sldId="287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745866162" sldId="287"/>
            <ac:spMk id="2" creationId="{FD40A927-BAEB-56B2-4B87-407D60E1C323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745866162" sldId="287"/>
            <ac:spMk id="3" creationId="{9D863270-BFD3-B21B-3D2E-4123403871EB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1502008167" sldId="288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502008167" sldId="288"/>
            <ac:spMk id="2" creationId="{E41AA258-E03C-1848-258A-877633318A24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502008167" sldId="288"/>
            <ac:spMk id="3" creationId="{6C0A84FF-B372-D685-0B7D-F360BBEB4376}"/>
          </ac:spMkLst>
        </pc:spChg>
      </pc:sldChg>
      <pc:sldChg chg="modSp new del">
        <pc:chgData name="Kirsten Hollister" userId="f82291c8-99d5-47cd-8c9c-47767899496e" providerId="ADAL" clId="{11290D5E-812C-4B2B-94A2-2A1BD01151B4}" dt="2026-01-09T16:49:30.980" v="826" actId="47"/>
        <pc:sldMkLst>
          <pc:docMk/>
          <pc:sldMk cId="2096552153" sldId="289"/>
        </pc:sldMkLst>
        <pc:spChg chg="mod">
          <ac:chgData name="Kirsten Hollister" userId="f82291c8-99d5-47cd-8c9c-47767899496e" providerId="ADAL" clId="{11290D5E-812C-4B2B-94A2-2A1BD01151B4}" dt="2026-01-09T16:49:24.704" v="825"/>
          <ac:spMkLst>
            <pc:docMk/>
            <pc:sldMk cId="2096552153" sldId="289"/>
            <ac:spMk id="2" creationId="{CC2B7966-F1E9-F271-0722-5EFDA917A32C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154624556" sldId="290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54624556" sldId="290"/>
            <ac:spMk id="2" creationId="{44EBCE5A-09A5-219D-1A1C-FCFB8A99D819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54624556" sldId="290"/>
            <ac:spMk id="3" creationId="{B6CDD642-02F3-8EDC-24C3-9EF751428076}"/>
          </ac:spMkLst>
        </pc:spChg>
      </pc:sldChg>
      <pc:sldChg chg="modSp new mod ord">
        <pc:chgData name="Kirsten Hollister" userId="f82291c8-99d5-47cd-8c9c-47767899496e" providerId="ADAL" clId="{11290D5E-812C-4B2B-94A2-2A1BD01151B4}" dt="2026-01-10T11:15:33.817" v="1447"/>
        <pc:sldMkLst>
          <pc:docMk/>
          <pc:sldMk cId="2267588813" sldId="291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267588813" sldId="291"/>
            <ac:spMk id="2" creationId="{C95270CC-CE72-0E51-3984-1D5E98E6A0EF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267588813" sldId="291"/>
            <ac:spMk id="3" creationId="{B861EA12-3067-4CE8-7CDF-392A56C3FF16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558412213" sldId="292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558412213" sldId="292"/>
            <ac:spMk id="2" creationId="{B9981132-1F4C-31C3-455C-23BCAEFF3B01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558412213" sldId="292"/>
            <ac:spMk id="3" creationId="{C655CB16-57D5-B408-7FCE-B1AED26E495A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3622841045" sldId="293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622841045" sldId="293"/>
            <ac:spMk id="2" creationId="{8A064FBA-569A-CC7B-D2DD-7EE358FD3DD3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622841045" sldId="293"/>
            <ac:spMk id="3" creationId="{1F19FC9F-16BB-9974-E114-34B9A81BABA3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2733057206" sldId="294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733057206" sldId="294"/>
            <ac:spMk id="2" creationId="{98399EE1-FF99-9772-1E17-9A42777C18C0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733057206" sldId="294"/>
            <ac:spMk id="3" creationId="{B26CDABE-6C60-8F7D-6CF3-11781DB7CA32}"/>
          </ac:spMkLst>
        </pc:spChg>
      </pc:sldChg>
      <pc:sldChg chg="modSp new mod ord">
        <pc:chgData name="Kirsten Hollister" userId="f82291c8-99d5-47cd-8c9c-47767899496e" providerId="ADAL" clId="{11290D5E-812C-4B2B-94A2-2A1BD01151B4}" dt="2026-01-10T11:15:33.817" v="1447"/>
        <pc:sldMkLst>
          <pc:docMk/>
          <pc:sldMk cId="608079881" sldId="295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608079881" sldId="295"/>
            <ac:spMk id="2" creationId="{282D9B9C-0BFA-8A17-8759-D04F975AB50E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608079881" sldId="295"/>
            <ac:spMk id="3" creationId="{6A195C54-0773-84EF-221C-F0097CBE3793}"/>
          </ac:spMkLst>
        </pc:spChg>
      </pc:sldChg>
      <pc:sldChg chg="modSp new">
        <pc:chgData name="Kirsten Hollister" userId="f82291c8-99d5-47cd-8c9c-47767899496e" providerId="ADAL" clId="{11290D5E-812C-4B2B-94A2-2A1BD01151B4}" dt="2026-01-10T11:15:33.817" v="1447"/>
        <pc:sldMkLst>
          <pc:docMk/>
          <pc:sldMk cId="1491513457" sldId="296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491513457" sldId="296"/>
            <ac:spMk id="2" creationId="{CAE18B81-1775-EEB3-2459-D437EECE09D3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491513457" sldId="296"/>
            <ac:spMk id="3" creationId="{8FD5E654-E310-6C52-1F20-D0F62BB2A8D2}"/>
          </ac:spMkLst>
        </pc:spChg>
      </pc:sldChg>
      <pc:sldChg chg="modSp new">
        <pc:chgData name="Kirsten Hollister" userId="f82291c8-99d5-47cd-8c9c-47767899496e" providerId="ADAL" clId="{11290D5E-812C-4B2B-94A2-2A1BD01151B4}" dt="2026-01-10T11:15:33.817" v="1447"/>
        <pc:sldMkLst>
          <pc:docMk/>
          <pc:sldMk cId="3015083584" sldId="297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015083584" sldId="297"/>
            <ac:spMk id="2" creationId="{2AF2956F-C2DB-0B88-32CC-45BCE18418C9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015083584" sldId="297"/>
            <ac:spMk id="3" creationId="{420F602C-CB2B-BA1B-E3A9-D8A86C0B70A9}"/>
          </ac:spMkLst>
        </pc:spChg>
      </pc:sldChg>
      <pc:sldChg chg="modSp new">
        <pc:chgData name="Kirsten Hollister" userId="f82291c8-99d5-47cd-8c9c-47767899496e" providerId="ADAL" clId="{11290D5E-812C-4B2B-94A2-2A1BD01151B4}" dt="2026-01-10T11:15:33.817" v="1447"/>
        <pc:sldMkLst>
          <pc:docMk/>
          <pc:sldMk cId="290195362" sldId="298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90195362" sldId="298"/>
            <ac:spMk id="2" creationId="{4C5533F3-CFC7-7776-E86F-7227F90EA66E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90195362" sldId="298"/>
            <ac:spMk id="3" creationId="{5F91A64B-AF30-B9E2-DF7D-F7D213660A06}"/>
          </ac:spMkLst>
        </pc:spChg>
      </pc:sldChg>
      <pc:sldChg chg="addSp modSp new mod modClrScheme chgLayout">
        <pc:chgData name="Kirsten Hollister" userId="f82291c8-99d5-47cd-8c9c-47767899496e" providerId="ADAL" clId="{11290D5E-812C-4B2B-94A2-2A1BD01151B4}" dt="2026-01-10T11:15:33.817" v="1447"/>
        <pc:sldMkLst>
          <pc:docMk/>
          <pc:sldMk cId="3694335541" sldId="299"/>
        </pc:sldMkLst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694335541" sldId="299"/>
            <ac:spMk id="2" creationId="{47BFF50E-0689-1920-535A-1E39EB58C7E1}"/>
          </ac:spMkLst>
        </pc:spChg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694335541" sldId="299"/>
            <ac:spMk id="3" creationId="{60BD9F97-5D1B-371A-1E1B-316C39B9BFB3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694335541" sldId="299"/>
            <ac:spMk id="4" creationId="{A13684CC-CB61-750D-1516-8D89D6B283D2}"/>
          </ac:spMkLst>
        </pc:spChg>
      </pc:sldChg>
      <pc:sldChg chg="addSp delSp modSp new mod modClrScheme chgLayout">
        <pc:chgData name="Kirsten Hollister" userId="f82291c8-99d5-47cd-8c9c-47767899496e" providerId="ADAL" clId="{11290D5E-812C-4B2B-94A2-2A1BD01151B4}" dt="2026-01-10T11:15:33.817" v="1447"/>
        <pc:sldMkLst>
          <pc:docMk/>
          <pc:sldMk cId="3605284748" sldId="300"/>
        </pc:sldMkLst>
        <pc:spChg chg="del mod ord">
          <ac:chgData name="Kirsten Hollister" userId="f82291c8-99d5-47cd-8c9c-47767899496e" providerId="ADAL" clId="{11290D5E-812C-4B2B-94A2-2A1BD01151B4}" dt="2026-01-09T17:36:46.433" v="1135" actId="700"/>
          <ac:spMkLst>
            <pc:docMk/>
            <pc:sldMk cId="3605284748" sldId="300"/>
            <ac:spMk id="2" creationId="{C4C11831-188D-D79C-B3E6-A1D0387F46B4}"/>
          </ac:spMkLst>
        </pc:spChg>
        <pc:spChg chg="del mod ord">
          <ac:chgData name="Kirsten Hollister" userId="f82291c8-99d5-47cd-8c9c-47767899496e" providerId="ADAL" clId="{11290D5E-812C-4B2B-94A2-2A1BD01151B4}" dt="2026-01-09T17:36:46.433" v="1135" actId="700"/>
          <ac:spMkLst>
            <pc:docMk/>
            <pc:sldMk cId="3605284748" sldId="300"/>
            <ac:spMk id="3" creationId="{48665515-E499-6EB6-A80A-007F870D1C7C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605284748" sldId="300"/>
            <ac:spMk id="4" creationId="{5FE00FC0-DDDE-2F08-3D8F-968C12F91E5A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605284748" sldId="300"/>
            <ac:spMk id="5" creationId="{0E1D2A16-3340-1256-03E8-380BE9285229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605284748" sldId="300"/>
            <ac:spMk id="6" creationId="{4EBEBFE9-24C9-DE80-E01E-AD25ECE9DC51}"/>
          </ac:spMkLst>
        </pc:spChg>
      </pc:sldChg>
      <pc:sldChg chg="modSp new">
        <pc:chgData name="Kirsten Hollister" userId="f82291c8-99d5-47cd-8c9c-47767899496e" providerId="ADAL" clId="{11290D5E-812C-4B2B-94A2-2A1BD01151B4}" dt="2026-01-10T11:15:33.817" v="1447"/>
        <pc:sldMkLst>
          <pc:docMk/>
          <pc:sldMk cId="2755339826" sldId="301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755339826" sldId="301"/>
            <ac:spMk id="2" creationId="{1BEB10E6-162E-2075-B77E-DE171FE6CFDF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755339826" sldId="301"/>
            <ac:spMk id="3" creationId="{ECE59EDF-83F9-2713-C61B-A2573B0C32FF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276573810" sldId="302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76573810" sldId="302"/>
            <ac:spMk id="2" creationId="{D23696C6-26EB-4A7B-44D0-9C4C752E527F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76573810" sldId="302"/>
            <ac:spMk id="3" creationId="{C8004CAD-431D-A1ED-42FA-A7208FD31289}"/>
          </ac:spMkLst>
        </pc:spChg>
      </pc:sldChg>
      <pc:sldChg chg="modSp new">
        <pc:chgData name="Kirsten Hollister" userId="f82291c8-99d5-47cd-8c9c-47767899496e" providerId="ADAL" clId="{11290D5E-812C-4B2B-94A2-2A1BD01151B4}" dt="2026-01-10T11:15:33.817" v="1447"/>
        <pc:sldMkLst>
          <pc:docMk/>
          <pc:sldMk cId="106290558" sldId="303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06290558" sldId="303"/>
            <ac:spMk id="2" creationId="{B9C59FDF-985B-E1EA-CA43-B7EED185F156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06290558" sldId="303"/>
            <ac:spMk id="3" creationId="{EBCD2CC0-DB09-70E0-ABE9-E0DA7ED1E497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3511692280" sldId="304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511692280" sldId="304"/>
            <ac:spMk id="2" creationId="{A7D1E008-451D-49AF-67C1-7F24EDA556FD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511692280" sldId="304"/>
            <ac:spMk id="3" creationId="{3A7FB494-4599-C1BE-B1ED-B4615FBB229A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2616485225" sldId="305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616485225" sldId="305"/>
            <ac:spMk id="2" creationId="{2C95CFBB-66D8-1684-F6A5-029250745DC2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616485225" sldId="305"/>
            <ac:spMk id="3" creationId="{85E9E763-4F46-1B64-D716-99E8A8077607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1017840058" sldId="306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017840058" sldId="306"/>
            <ac:spMk id="2" creationId="{B2B3CAB9-F4AD-3649-1E94-5DF12049F16B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017840058" sldId="306"/>
            <ac:spMk id="3" creationId="{20A42C71-0A14-87EB-4760-A8943828793C}"/>
          </ac:spMkLst>
        </pc:spChg>
      </pc:sldChg>
      <pc:sldChg chg="modSp new mod ord">
        <pc:chgData name="Kirsten Hollister" userId="f82291c8-99d5-47cd-8c9c-47767899496e" providerId="ADAL" clId="{11290D5E-812C-4B2B-94A2-2A1BD01151B4}" dt="2026-01-10T11:15:33.817" v="1447"/>
        <pc:sldMkLst>
          <pc:docMk/>
          <pc:sldMk cId="989045050" sldId="307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989045050" sldId="307"/>
            <ac:spMk id="2" creationId="{8F473613-DE02-E612-DC12-0DF0240B95EC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989045050" sldId="307"/>
            <ac:spMk id="3" creationId="{E06A8D43-6AFE-2974-15BE-0875F542897E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2876007736" sldId="308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876007736" sldId="308"/>
            <ac:spMk id="2" creationId="{A48B4A36-D29F-0500-4D24-23D3816F9F35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876007736" sldId="308"/>
            <ac:spMk id="3" creationId="{57C3394A-4597-EA80-5630-B1880CE5C67F}"/>
          </ac:spMkLst>
        </pc:spChg>
      </pc:sldChg>
      <pc:sldChg chg="modSp new">
        <pc:chgData name="Kirsten Hollister" userId="f82291c8-99d5-47cd-8c9c-47767899496e" providerId="ADAL" clId="{11290D5E-812C-4B2B-94A2-2A1BD01151B4}" dt="2026-01-10T11:15:33.817" v="1447"/>
        <pc:sldMkLst>
          <pc:docMk/>
          <pc:sldMk cId="2765445104" sldId="309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765445104" sldId="309"/>
            <ac:spMk id="2" creationId="{705AE29D-1D32-DCBA-5352-B4DAFEF74F34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765445104" sldId="309"/>
            <ac:spMk id="3" creationId="{56DEC7D4-8453-9C20-FBEF-CA7D2DB0CF1C}"/>
          </ac:spMkLst>
        </pc:spChg>
      </pc:sldChg>
      <pc:sldChg chg="modSp new ord">
        <pc:chgData name="Kirsten Hollister" userId="f82291c8-99d5-47cd-8c9c-47767899496e" providerId="ADAL" clId="{11290D5E-812C-4B2B-94A2-2A1BD01151B4}" dt="2026-01-10T11:15:33.817" v="1447"/>
        <pc:sldMkLst>
          <pc:docMk/>
          <pc:sldMk cId="1765288696" sldId="310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765288696" sldId="310"/>
            <ac:spMk id="2" creationId="{7060A52F-9FB1-49B3-10A4-0EE7FCD6DAA9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765288696" sldId="310"/>
            <ac:spMk id="3" creationId="{AE2CFFD4-F3D6-881D-FA7F-A59A0B173E55}"/>
          </ac:spMkLst>
        </pc:spChg>
      </pc:sldChg>
      <pc:sldChg chg="modSp new del mod">
        <pc:chgData name="Kirsten Hollister" userId="f82291c8-99d5-47cd-8c9c-47767899496e" providerId="ADAL" clId="{11290D5E-812C-4B2B-94A2-2A1BD01151B4}" dt="2026-01-09T21:12:34.851" v="1241" actId="47"/>
        <pc:sldMkLst>
          <pc:docMk/>
          <pc:sldMk cId="3321884998" sldId="311"/>
        </pc:sldMkLst>
        <pc:spChg chg="mod">
          <ac:chgData name="Kirsten Hollister" userId="f82291c8-99d5-47cd-8c9c-47767899496e" providerId="ADAL" clId="{11290D5E-812C-4B2B-94A2-2A1BD01151B4}" dt="2026-01-09T21:12:06.210" v="1232"/>
          <ac:spMkLst>
            <pc:docMk/>
            <pc:sldMk cId="3321884998" sldId="311"/>
            <ac:spMk id="2" creationId="{1985DD76-3822-5CD0-0AAE-4CF37C21D9A5}"/>
          </ac:spMkLst>
        </pc:spChg>
        <pc:spChg chg="mod">
          <ac:chgData name="Kirsten Hollister" userId="f82291c8-99d5-47cd-8c9c-47767899496e" providerId="ADAL" clId="{11290D5E-812C-4B2B-94A2-2A1BD01151B4}" dt="2026-01-09T21:12:22.862" v="1240" actId="27636"/>
          <ac:spMkLst>
            <pc:docMk/>
            <pc:sldMk cId="3321884998" sldId="311"/>
            <ac:spMk id="3" creationId="{651C6F86-3DA9-3BCC-E297-9EE5ECF84C11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99021976" sldId="312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99021976" sldId="312"/>
            <ac:spMk id="2" creationId="{276A2807-52E0-C461-6499-938D6903A5B0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99021976" sldId="312"/>
            <ac:spMk id="3" creationId="{994288FB-1B28-481D-0A35-51CEBD42486A}"/>
          </ac:spMkLst>
        </pc:spChg>
      </pc:sldChg>
      <pc:sldChg chg="modSp new">
        <pc:chgData name="Kirsten Hollister" userId="f82291c8-99d5-47cd-8c9c-47767899496e" providerId="ADAL" clId="{11290D5E-812C-4B2B-94A2-2A1BD01151B4}" dt="2026-01-10T11:15:33.817" v="1447"/>
        <pc:sldMkLst>
          <pc:docMk/>
          <pc:sldMk cId="3552313544" sldId="313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552313544" sldId="313"/>
            <ac:spMk id="2" creationId="{F5F845A8-1A38-6126-1EAB-C546517A1297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552313544" sldId="313"/>
            <ac:spMk id="3" creationId="{65F428EA-D0DE-6317-F35A-F42AF241C1EC}"/>
          </ac:spMkLst>
        </pc:spChg>
      </pc:sldChg>
      <pc:sldChg chg="addSp delSp modSp new mod modClrScheme chgLayout">
        <pc:chgData name="Kirsten Hollister" userId="f82291c8-99d5-47cd-8c9c-47767899496e" providerId="ADAL" clId="{11290D5E-812C-4B2B-94A2-2A1BD01151B4}" dt="2026-01-10T11:15:33.817" v="1447"/>
        <pc:sldMkLst>
          <pc:docMk/>
          <pc:sldMk cId="3537966380" sldId="314"/>
        </pc:sldMkLst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537966380" sldId="314"/>
            <ac:spMk id="2" creationId="{B4C82A56-9A20-C2AB-03B4-6BC0D5588A71}"/>
          </ac:spMkLst>
        </pc:spChg>
        <pc:spChg chg="del mod ord">
          <ac:chgData name="Kirsten Hollister" userId="f82291c8-99d5-47cd-8c9c-47767899496e" providerId="ADAL" clId="{11290D5E-812C-4B2B-94A2-2A1BD01151B4}" dt="2026-01-09T21:29:03.077" v="1324" actId="700"/>
          <ac:spMkLst>
            <pc:docMk/>
            <pc:sldMk cId="3537966380" sldId="314"/>
            <ac:spMk id="3" creationId="{18D8239A-73CB-88DE-C22D-706C0FF7030B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537966380" sldId="314"/>
            <ac:spMk id="4" creationId="{E9F5F02F-520D-5CD0-2243-08F4C26E9EA5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537966380" sldId="314"/>
            <ac:spMk id="5" creationId="{E4DDB21A-7B4D-305F-BFE9-5B161DB51D51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537966380" sldId="314"/>
            <ac:spMk id="6" creationId="{0471CC70-493F-A8D7-A7CD-615435D3E6BB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537966380" sldId="314"/>
            <ac:spMk id="7" creationId="{F861E253-22C9-E2AD-EA40-CB642E73997E}"/>
          </ac:spMkLst>
        </pc:spChg>
      </pc:sldChg>
      <pc:sldChg chg="modSp new">
        <pc:chgData name="Kirsten Hollister" userId="f82291c8-99d5-47cd-8c9c-47767899496e" providerId="ADAL" clId="{11290D5E-812C-4B2B-94A2-2A1BD01151B4}" dt="2026-01-10T11:15:33.817" v="1447"/>
        <pc:sldMkLst>
          <pc:docMk/>
          <pc:sldMk cId="2329728230" sldId="315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329728230" sldId="315"/>
            <ac:spMk id="2" creationId="{F98FB4A4-E6BF-9C2C-95C0-458505D0D852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329728230" sldId="315"/>
            <ac:spMk id="3" creationId="{8D46AE0F-11C1-F7C9-B90B-77C0912ACA75}"/>
          </ac:spMkLst>
        </pc:spChg>
      </pc:sldChg>
      <pc:sldChg chg="modSp new">
        <pc:chgData name="Kirsten Hollister" userId="f82291c8-99d5-47cd-8c9c-47767899496e" providerId="ADAL" clId="{11290D5E-812C-4B2B-94A2-2A1BD01151B4}" dt="2026-01-10T11:15:33.817" v="1447"/>
        <pc:sldMkLst>
          <pc:docMk/>
          <pc:sldMk cId="1935731691" sldId="316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935731691" sldId="316"/>
            <ac:spMk id="2" creationId="{BA279114-6B60-4B4E-10BE-3333F49B4B66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935731691" sldId="316"/>
            <ac:spMk id="3" creationId="{FB5F7C17-F5ED-3FE2-6226-8FEED929A0CC}"/>
          </ac:spMkLst>
        </pc:spChg>
      </pc:sldChg>
      <pc:sldChg chg="modSp new">
        <pc:chgData name="Kirsten Hollister" userId="f82291c8-99d5-47cd-8c9c-47767899496e" providerId="ADAL" clId="{11290D5E-812C-4B2B-94A2-2A1BD01151B4}" dt="2026-01-10T11:15:33.817" v="1447"/>
        <pc:sldMkLst>
          <pc:docMk/>
          <pc:sldMk cId="1461034908" sldId="317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461034908" sldId="317"/>
            <ac:spMk id="2" creationId="{44925DE4-A1EA-725A-BB43-E5025B2A9FFF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461034908" sldId="317"/>
            <ac:spMk id="3" creationId="{795468C7-8C9F-F08D-DB78-168FD6EF5B49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2851957898" sldId="318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851957898" sldId="318"/>
            <ac:spMk id="2" creationId="{3348BE70-4552-8609-33F7-A6DCE695501C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851957898" sldId="318"/>
            <ac:spMk id="3" creationId="{5886836B-CCBF-F0EE-54D1-6A8E8DA41DA0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3722893160" sldId="319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722893160" sldId="319"/>
            <ac:spMk id="2" creationId="{86C4E4A9-0DCA-D56F-6334-E3A331335383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722893160" sldId="319"/>
            <ac:spMk id="3" creationId="{D26C12B6-49E0-FB5A-8660-30DCCBCD4202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1984948102" sldId="320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984948102" sldId="320"/>
            <ac:spMk id="2" creationId="{498E008C-7E0B-4845-6E66-2BEE9EE82C23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984948102" sldId="320"/>
            <ac:spMk id="3" creationId="{0E6D8B1E-7E8C-772C-C47F-13F3B042B145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3087362640" sldId="321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087362640" sldId="321"/>
            <ac:spMk id="2" creationId="{B24A4B2A-7630-6B71-DC06-DAC808AA4A29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3087362640" sldId="321"/>
            <ac:spMk id="3" creationId="{AD469C07-32B0-04F3-C811-FE93DF16BE12}"/>
          </ac:spMkLst>
        </pc:spChg>
      </pc:sldChg>
      <pc:sldChg chg="addSp delSp modSp new mod ord setBg delDesignElem">
        <pc:chgData name="Kirsten Hollister" userId="f82291c8-99d5-47cd-8c9c-47767899496e" providerId="ADAL" clId="{11290D5E-812C-4B2B-94A2-2A1BD01151B4}" dt="2026-01-10T11:15:33.817" v="1447"/>
        <pc:sldMkLst>
          <pc:docMk/>
          <pc:sldMk cId="694000400" sldId="322"/>
        </pc:sldMkLst>
        <pc:spChg chg="mod">
          <ac:chgData name="Kirsten Hollister" userId="f82291c8-99d5-47cd-8c9c-47767899496e" providerId="ADAL" clId="{11290D5E-812C-4B2B-94A2-2A1BD01151B4}" dt="2026-01-09T21:25:44.486" v="1291" actId="26606"/>
          <ac:spMkLst>
            <pc:docMk/>
            <pc:sldMk cId="694000400" sldId="322"/>
            <ac:spMk id="2" creationId="{9CAF2641-8928-58B7-C69A-241BBC63B69B}"/>
          </ac:spMkLst>
        </pc:spChg>
        <pc:spChg chg="mod">
          <ac:chgData name="Kirsten Hollister" userId="f82291c8-99d5-47cd-8c9c-47767899496e" providerId="ADAL" clId="{11290D5E-812C-4B2B-94A2-2A1BD01151B4}" dt="2026-01-09T21:25:44.486" v="1291" actId="26606"/>
          <ac:spMkLst>
            <pc:docMk/>
            <pc:sldMk cId="694000400" sldId="322"/>
            <ac:spMk id="3" creationId="{AA4BE7F3-49F3-5FBE-5317-7ED13DD35D27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694000400" sldId="322"/>
            <ac:spMk id="10" creationId="{79CBD3C9-4E66-426D-948E-7CF4778107E8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694000400" sldId="322"/>
            <ac:spMk id="12" creationId="{DDB95FCF-AD96-482F-9FB8-CD95725E6EFF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694000400" sldId="322"/>
            <ac:spMk id="16" creationId="{6C26C0AB-632B-4701-A5A6-052B75B7F659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694000400" sldId="322"/>
            <ac:spMk id="18" creationId="{122A2853-A55A-47F7-902F-6DE7185D8DA6}"/>
          </ac:spMkLst>
        </pc:spChg>
        <pc:spChg chg="add del">
          <ac:chgData name="Kirsten Hollister" userId="f82291c8-99d5-47cd-8c9c-47767899496e" providerId="ADAL" clId="{11290D5E-812C-4B2B-94A2-2A1BD01151B4}" dt="2026-01-10T11:15:33.817" v="1447"/>
          <ac:spMkLst>
            <pc:docMk/>
            <pc:sldMk cId="694000400" sldId="322"/>
            <ac:spMk id="22" creationId="{F4F11129-8A77-4850-9BAB-FDA0CF4F3B66}"/>
          </ac:spMkLst>
        </pc:spChg>
        <pc:picChg chg="add">
          <ac:chgData name="Kirsten Hollister" userId="f82291c8-99d5-47cd-8c9c-47767899496e" providerId="ADAL" clId="{11290D5E-812C-4B2B-94A2-2A1BD01151B4}" dt="2026-01-09T21:25:44.486" v="1291" actId="26606"/>
          <ac:picMkLst>
            <pc:docMk/>
            <pc:sldMk cId="694000400" sldId="322"/>
            <ac:picMk id="7" creationId="{E6D4D562-2F6C-FE23-356C-0464A91711EC}"/>
          </ac:picMkLst>
        </pc:picChg>
        <pc:cxnChg chg="add del">
          <ac:chgData name="Kirsten Hollister" userId="f82291c8-99d5-47cd-8c9c-47767899496e" providerId="ADAL" clId="{11290D5E-812C-4B2B-94A2-2A1BD01151B4}" dt="2026-01-10T11:15:33.817" v="1447"/>
          <ac:cxnSpMkLst>
            <pc:docMk/>
            <pc:sldMk cId="694000400" sldId="322"/>
            <ac:cxnSpMk id="14" creationId="{64EEEC00-AD80-4734-BEE6-04CBDEC830C9}"/>
          </ac:cxnSpMkLst>
        </pc:cxnChg>
        <pc:cxnChg chg="add del">
          <ac:chgData name="Kirsten Hollister" userId="f82291c8-99d5-47cd-8c9c-47767899496e" providerId="ADAL" clId="{11290D5E-812C-4B2B-94A2-2A1BD01151B4}" dt="2026-01-10T11:15:33.817" v="1447"/>
          <ac:cxnSpMkLst>
            <pc:docMk/>
            <pc:sldMk cId="694000400" sldId="322"/>
            <ac:cxnSpMk id="20" creationId="{4A0A3D00-134B-401B-BED1-39F1B734C951}"/>
          </ac:cxnSpMkLst>
        </pc:cxn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2959808550" sldId="323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959808550" sldId="323"/>
            <ac:spMk id="2" creationId="{D1B00CD0-4A84-4F98-A97E-F56DE2BBD7F7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959808550" sldId="323"/>
            <ac:spMk id="3" creationId="{CCAC6DEC-DBF1-C2B4-0E66-AD006E4EFE64}"/>
          </ac:spMkLst>
        </pc:spChg>
      </pc:sldChg>
      <pc:sldChg chg="addSp delSp modSp new mod modClrScheme chgLayout">
        <pc:chgData name="Kirsten Hollister" userId="f82291c8-99d5-47cd-8c9c-47767899496e" providerId="ADAL" clId="{11290D5E-812C-4B2B-94A2-2A1BD01151B4}" dt="2026-01-10T11:15:33.817" v="1447"/>
        <pc:sldMkLst>
          <pc:docMk/>
          <pc:sldMk cId="4229670731" sldId="324"/>
        </pc:sldMkLst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4229670731" sldId="324"/>
            <ac:spMk id="2" creationId="{2A747DED-B277-2264-B1E5-DF2DC143E3BF}"/>
          </ac:spMkLst>
        </pc:spChg>
        <pc:spChg chg="del mod ord">
          <ac:chgData name="Kirsten Hollister" userId="f82291c8-99d5-47cd-8c9c-47767899496e" providerId="ADAL" clId="{11290D5E-812C-4B2B-94A2-2A1BD01151B4}" dt="2026-01-09T21:30:34.783" v="1354" actId="700"/>
          <ac:spMkLst>
            <pc:docMk/>
            <pc:sldMk cId="4229670731" sldId="324"/>
            <ac:spMk id="3" creationId="{C3017221-5CA6-A00D-5ED8-64D81E590172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4229670731" sldId="324"/>
            <ac:spMk id="4" creationId="{3FCF6E39-A79F-9EB1-9AF8-3C28416D70DD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4229670731" sldId="324"/>
            <ac:spMk id="5" creationId="{CDEB35E7-8D5C-E232-14AF-F6D7A73D72E2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4229670731" sldId="324"/>
            <ac:spMk id="6" creationId="{C5BF1ED3-8BD1-FCB6-A189-23F058F25FCE}"/>
          </ac:spMkLst>
        </pc:spChg>
        <pc:spChg chg="add 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4229670731" sldId="324"/>
            <ac:spMk id="7" creationId="{5A115B7B-1EF9-0C4C-175B-34900E6DC939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2569929368" sldId="325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569929368" sldId="325"/>
            <ac:spMk id="2" creationId="{593CDFC8-313C-5804-97BD-8C3A5AF7D04A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569929368" sldId="325"/>
            <ac:spMk id="3" creationId="{E53F2850-9169-7874-4F4F-03B09F30CF5D}"/>
          </ac:spMkLst>
        </pc:spChg>
      </pc:sldChg>
      <pc:sldChg chg="addSp modSp new mod setBg">
        <pc:chgData name="Kirsten Hollister" userId="f82291c8-99d5-47cd-8c9c-47767899496e" providerId="ADAL" clId="{11290D5E-812C-4B2B-94A2-2A1BD01151B4}" dt="2026-01-10T11:40:04.734" v="1626" actId="26606"/>
        <pc:sldMkLst>
          <pc:docMk/>
          <pc:sldMk cId="2280479600" sldId="326"/>
        </pc:sldMkLst>
        <pc:spChg chg="mod">
          <ac:chgData name="Kirsten Hollister" userId="f82291c8-99d5-47cd-8c9c-47767899496e" providerId="ADAL" clId="{11290D5E-812C-4B2B-94A2-2A1BD01151B4}" dt="2026-01-10T11:40:04.734" v="1626" actId="26606"/>
          <ac:spMkLst>
            <pc:docMk/>
            <pc:sldMk cId="2280479600" sldId="326"/>
            <ac:spMk id="2" creationId="{D08FC620-2AC9-D109-685E-1D8DC0777779}"/>
          </ac:spMkLst>
        </pc:spChg>
        <pc:spChg chg="mod">
          <ac:chgData name="Kirsten Hollister" userId="f82291c8-99d5-47cd-8c9c-47767899496e" providerId="ADAL" clId="{11290D5E-812C-4B2B-94A2-2A1BD01151B4}" dt="2026-01-10T11:40:04.734" v="1626" actId="26606"/>
          <ac:spMkLst>
            <pc:docMk/>
            <pc:sldMk cId="2280479600" sldId="326"/>
            <ac:spMk id="3" creationId="{8DD264BD-2F72-1A16-AC32-FA121651CE18}"/>
          </ac:spMkLst>
        </pc:spChg>
        <pc:spChg chg="add">
          <ac:chgData name="Kirsten Hollister" userId="f82291c8-99d5-47cd-8c9c-47767899496e" providerId="ADAL" clId="{11290D5E-812C-4B2B-94A2-2A1BD01151B4}" dt="2026-01-10T11:40:04.734" v="1626" actId="26606"/>
          <ac:spMkLst>
            <pc:docMk/>
            <pc:sldMk cId="2280479600" sldId="326"/>
            <ac:spMk id="8" creationId="{8E8DBDA3-652C-4F87-B53B-7F73AC8F4FF9}"/>
          </ac:spMkLst>
        </pc:spChg>
        <pc:spChg chg="add">
          <ac:chgData name="Kirsten Hollister" userId="f82291c8-99d5-47cd-8c9c-47767899496e" providerId="ADAL" clId="{11290D5E-812C-4B2B-94A2-2A1BD01151B4}" dt="2026-01-10T11:40:04.734" v="1626" actId="26606"/>
          <ac:spMkLst>
            <pc:docMk/>
            <pc:sldMk cId="2280479600" sldId="326"/>
            <ac:spMk id="10" creationId="{42187232-3845-418F-A17C-C138F01D98AB}"/>
          </ac:spMkLst>
        </pc:spChg>
      </pc:sldChg>
      <pc:sldChg chg="addSp modSp new mod ord setBg">
        <pc:chgData name="Kirsten Hollister" userId="f82291c8-99d5-47cd-8c9c-47767899496e" providerId="ADAL" clId="{11290D5E-812C-4B2B-94A2-2A1BD01151B4}" dt="2026-01-10T12:18:47.715" v="1982" actId="26606"/>
        <pc:sldMkLst>
          <pc:docMk/>
          <pc:sldMk cId="3884489918" sldId="327"/>
        </pc:sldMkLst>
        <pc:spChg chg="mod">
          <ac:chgData name="Kirsten Hollister" userId="f82291c8-99d5-47cd-8c9c-47767899496e" providerId="ADAL" clId="{11290D5E-812C-4B2B-94A2-2A1BD01151B4}" dt="2026-01-10T12:18:47.715" v="1982" actId="26606"/>
          <ac:spMkLst>
            <pc:docMk/>
            <pc:sldMk cId="3884489918" sldId="327"/>
            <ac:spMk id="2" creationId="{994541E9-D382-86D7-C54D-5DEC473C3A0A}"/>
          </ac:spMkLst>
        </pc:spChg>
        <pc:spChg chg="mod">
          <ac:chgData name="Kirsten Hollister" userId="f82291c8-99d5-47cd-8c9c-47767899496e" providerId="ADAL" clId="{11290D5E-812C-4B2B-94A2-2A1BD01151B4}" dt="2026-01-10T12:18:47.715" v="1982" actId="26606"/>
          <ac:spMkLst>
            <pc:docMk/>
            <pc:sldMk cId="3884489918" sldId="327"/>
            <ac:spMk id="3" creationId="{F7B218CD-9A0C-613E-1D55-0DF071D6CFD5}"/>
          </ac:spMkLst>
        </pc:spChg>
        <pc:spChg chg="add">
          <ac:chgData name="Kirsten Hollister" userId="f82291c8-99d5-47cd-8c9c-47767899496e" providerId="ADAL" clId="{11290D5E-812C-4B2B-94A2-2A1BD01151B4}" dt="2026-01-10T12:18:47.715" v="1982" actId="26606"/>
          <ac:spMkLst>
            <pc:docMk/>
            <pc:sldMk cId="3884489918" sldId="327"/>
            <ac:spMk id="8" creationId="{8E8DBDA3-652C-4F87-B53B-7F73AC8F4FF9}"/>
          </ac:spMkLst>
        </pc:spChg>
        <pc:spChg chg="add">
          <ac:chgData name="Kirsten Hollister" userId="f82291c8-99d5-47cd-8c9c-47767899496e" providerId="ADAL" clId="{11290D5E-812C-4B2B-94A2-2A1BD01151B4}" dt="2026-01-10T12:18:47.715" v="1982" actId="26606"/>
          <ac:spMkLst>
            <pc:docMk/>
            <pc:sldMk cId="3884489918" sldId="327"/>
            <ac:spMk id="10" creationId="{42187232-3845-418F-A17C-C138F01D98AB}"/>
          </ac:spMkLst>
        </pc:spChg>
      </pc:sldChg>
      <pc:sldChg chg="modSp new mod">
        <pc:chgData name="Kirsten Hollister" userId="f82291c8-99d5-47cd-8c9c-47767899496e" providerId="ADAL" clId="{11290D5E-812C-4B2B-94A2-2A1BD01151B4}" dt="2026-01-10T11:28:20.416" v="1587" actId="20577"/>
        <pc:sldMkLst>
          <pc:docMk/>
          <pc:sldMk cId="2113425372" sldId="328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2113425372" sldId="328"/>
            <ac:spMk id="2" creationId="{5AB4CA5C-357E-0AB4-6FCC-19A867AA33A9}"/>
          </ac:spMkLst>
        </pc:spChg>
        <pc:spChg chg="mod">
          <ac:chgData name="Kirsten Hollister" userId="f82291c8-99d5-47cd-8c9c-47767899496e" providerId="ADAL" clId="{11290D5E-812C-4B2B-94A2-2A1BD01151B4}" dt="2026-01-10T11:28:20.416" v="1587" actId="20577"/>
          <ac:spMkLst>
            <pc:docMk/>
            <pc:sldMk cId="2113425372" sldId="328"/>
            <ac:spMk id="3" creationId="{24789EC1-BBC6-08F3-2E94-CEAC7FCB3D1D}"/>
          </ac:spMkLst>
        </pc:spChg>
      </pc:sldChg>
      <pc:sldChg chg="modSp new mod">
        <pc:chgData name="Kirsten Hollister" userId="f82291c8-99d5-47cd-8c9c-47767899496e" providerId="ADAL" clId="{11290D5E-812C-4B2B-94A2-2A1BD01151B4}" dt="2026-01-10T11:15:33.817" v="1447"/>
        <pc:sldMkLst>
          <pc:docMk/>
          <pc:sldMk cId="15377422" sldId="329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5377422" sldId="329"/>
            <ac:spMk id="2" creationId="{848BDC5F-A8BC-E582-DC71-681CC660575C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15377422" sldId="329"/>
            <ac:spMk id="3" creationId="{28051C3D-483A-60F8-258C-6D2BA02ED6B8}"/>
          </ac:spMkLst>
        </pc:spChg>
      </pc:sldChg>
      <pc:sldChg chg="modSp new">
        <pc:chgData name="Kirsten Hollister" userId="f82291c8-99d5-47cd-8c9c-47767899496e" providerId="ADAL" clId="{11290D5E-812C-4B2B-94A2-2A1BD01151B4}" dt="2026-01-10T11:15:33.817" v="1447"/>
        <pc:sldMkLst>
          <pc:docMk/>
          <pc:sldMk cId="873166587" sldId="330"/>
        </pc:sldMkLst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873166587" sldId="330"/>
            <ac:spMk id="2" creationId="{201DE4CC-6D0C-6620-A569-3F8F67239E52}"/>
          </ac:spMkLst>
        </pc:spChg>
        <pc:spChg chg="mod">
          <ac:chgData name="Kirsten Hollister" userId="f82291c8-99d5-47cd-8c9c-47767899496e" providerId="ADAL" clId="{11290D5E-812C-4B2B-94A2-2A1BD01151B4}" dt="2026-01-10T11:15:33.817" v="1447"/>
          <ac:spMkLst>
            <pc:docMk/>
            <pc:sldMk cId="873166587" sldId="330"/>
            <ac:spMk id="3" creationId="{4B8020FF-1650-6AC9-3941-6D4E44B08AFD}"/>
          </ac:spMkLst>
        </pc:spChg>
      </pc:sldChg>
      <pc:sldChg chg="new del">
        <pc:chgData name="Kirsten Hollister" userId="f82291c8-99d5-47cd-8c9c-47767899496e" providerId="ADAL" clId="{11290D5E-812C-4B2B-94A2-2A1BD01151B4}" dt="2026-01-10T10:45:24.127" v="1434" actId="680"/>
        <pc:sldMkLst>
          <pc:docMk/>
          <pc:sldMk cId="2806613911" sldId="331"/>
        </pc:sldMkLst>
      </pc:sldChg>
      <pc:sldChg chg="addSp delSp modSp new mod modClrScheme chgLayout">
        <pc:chgData name="Kirsten Hollister" userId="f82291c8-99d5-47cd-8c9c-47767899496e" providerId="ADAL" clId="{11290D5E-812C-4B2B-94A2-2A1BD01151B4}" dt="2026-01-10T11:15:33.817" v="1447"/>
        <pc:sldMkLst>
          <pc:docMk/>
          <pc:sldMk cId="3966710857" sldId="331"/>
        </pc:sldMkLst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966710857" sldId="331"/>
            <ac:spMk id="2" creationId="{95A94605-FBDB-A679-476B-579DF3B7370B}"/>
          </ac:spMkLst>
        </pc:spChg>
        <pc:spChg chg="mod ord">
          <ac:chgData name="Kirsten Hollister" userId="f82291c8-99d5-47cd-8c9c-47767899496e" providerId="ADAL" clId="{11290D5E-812C-4B2B-94A2-2A1BD01151B4}" dt="2026-01-10T11:15:33.817" v="1447"/>
          <ac:spMkLst>
            <pc:docMk/>
            <pc:sldMk cId="3966710857" sldId="331"/>
            <ac:spMk id="3" creationId="{89483E06-6603-1813-97F8-01F912AA47B9}"/>
          </ac:spMkLst>
        </pc:spChg>
        <pc:spChg chg="add del mod ord">
          <ac:chgData name="Kirsten Hollister" userId="f82291c8-99d5-47cd-8c9c-47767899496e" providerId="ADAL" clId="{11290D5E-812C-4B2B-94A2-2A1BD01151B4}" dt="2026-01-10T11:15:05.885" v="1440" actId="22"/>
          <ac:spMkLst>
            <pc:docMk/>
            <pc:sldMk cId="3966710857" sldId="331"/>
            <ac:spMk id="4" creationId="{EECF966E-1006-784B-2680-91637790BCCB}"/>
          </ac:spMkLst>
        </pc:spChg>
        <pc:picChg chg="add mod ord">
          <ac:chgData name="Kirsten Hollister" userId="f82291c8-99d5-47cd-8c9c-47767899496e" providerId="ADAL" clId="{11290D5E-812C-4B2B-94A2-2A1BD01151B4}" dt="2026-01-10T11:15:33.817" v="1447"/>
          <ac:picMkLst>
            <pc:docMk/>
            <pc:sldMk cId="3966710857" sldId="331"/>
            <ac:picMk id="6" creationId="{5C4DD4C8-1875-BE9A-85EF-F06C69004B99}"/>
          </ac:picMkLst>
        </pc:picChg>
      </pc:sldChg>
      <pc:sldChg chg="addSp modSp new mod setBg">
        <pc:chgData name="Kirsten Hollister" userId="f82291c8-99d5-47cd-8c9c-47767899496e" providerId="ADAL" clId="{11290D5E-812C-4B2B-94A2-2A1BD01151B4}" dt="2026-01-10T11:20:52.191" v="1464" actId="20577"/>
        <pc:sldMkLst>
          <pc:docMk/>
          <pc:sldMk cId="2369743808" sldId="332"/>
        </pc:sldMkLst>
        <pc:spChg chg="mod">
          <ac:chgData name="Kirsten Hollister" userId="f82291c8-99d5-47cd-8c9c-47767899496e" providerId="ADAL" clId="{11290D5E-812C-4B2B-94A2-2A1BD01151B4}" dt="2026-01-10T11:20:47.443" v="1462" actId="26606"/>
          <ac:spMkLst>
            <pc:docMk/>
            <pc:sldMk cId="2369743808" sldId="332"/>
            <ac:spMk id="2" creationId="{C45FDA3E-120F-BFCE-27AF-CC5A0D73702E}"/>
          </ac:spMkLst>
        </pc:spChg>
        <pc:spChg chg="mod">
          <ac:chgData name="Kirsten Hollister" userId="f82291c8-99d5-47cd-8c9c-47767899496e" providerId="ADAL" clId="{11290D5E-812C-4B2B-94A2-2A1BD01151B4}" dt="2026-01-10T11:20:52.191" v="1464" actId="20577"/>
          <ac:spMkLst>
            <pc:docMk/>
            <pc:sldMk cId="2369743808" sldId="332"/>
            <ac:spMk id="3" creationId="{CA7A6FA0-A949-FCBF-0564-F5CC3C047D02}"/>
          </ac:spMkLst>
        </pc:spChg>
        <pc:spChg chg="add">
          <ac:chgData name="Kirsten Hollister" userId="f82291c8-99d5-47cd-8c9c-47767899496e" providerId="ADAL" clId="{11290D5E-812C-4B2B-94A2-2A1BD01151B4}" dt="2026-01-10T11:20:47.443" v="1462" actId="26606"/>
          <ac:spMkLst>
            <pc:docMk/>
            <pc:sldMk cId="2369743808" sldId="332"/>
            <ac:spMk id="8" creationId="{8E8DBDA3-652C-4F87-B53B-7F73AC8F4FF9}"/>
          </ac:spMkLst>
        </pc:spChg>
        <pc:spChg chg="add">
          <ac:chgData name="Kirsten Hollister" userId="f82291c8-99d5-47cd-8c9c-47767899496e" providerId="ADAL" clId="{11290D5E-812C-4B2B-94A2-2A1BD01151B4}" dt="2026-01-10T11:20:47.443" v="1462" actId="26606"/>
          <ac:spMkLst>
            <pc:docMk/>
            <pc:sldMk cId="2369743808" sldId="332"/>
            <ac:spMk id="10" creationId="{42187232-3845-418F-A17C-C138F01D98AB}"/>
          </ac:spMkLst>
        </pc:spChg>
      </pc:sldChg>
      <pc:sldChg chg="addSp modSp new mod setBg">
        <pc:chgData name="Kirsten Hollister" userId="f82291c8-99d5-47cd-8c9c-47767899496e" providerId="ADAL" clId="{11290D5E-812C-4B2B-94A2-2A1BD01151B4}" dt="2026-01-10T11:21:32.139" v="1475" actId="26606"/>
        <pc:sldMkLst>
          <pc:docMk/>
          <pc:sldMk cId="4103469362" sldId="333"/>
        </pc:sldMkLst>
        <pc:spChg chg="mod">
          <ac:chgData name="Kirsten Hollister" userId="f82291c8-99d5-47cd-8c9c-47767899496e" providerId="ADAL" clId="{11290D5E-812C-4B2B-94A2-2A1BD01151B4}" dt="2026-01-10T11:21:32.139" v="1475" actId="26606"/>
          <ac:spMkLst>
            <pc:docMk/>
            <pc:sldMk cId="4103469362" sldId="333"/>
            <ac:spMk id="2" creationId="{C641F982-08AB-5EF5-DB30-FED329789E10}"/>
          </ac:spMkLst>
        </pc:spChg>
        <pc:spChg chg="mod">
          <ac:chgData name="Kirsten Hollister" userId="f82291c8-99d5-47cd-8c9c-47767899496e" providerId="ADAL" clId="{11290D5E-812C-4B2B-94A2-2A1BD01151B4}" dt="2026-01-10T11:21:32.139" v="1475" actId="26606"/>
          <ac:spMkLst>
            <pc:docMk/>
            <pc:sldMk cId="4103469362" sldId="333"/>
            <ac:spMk id="3" creationId="{2DE79A91-2608-6AFE-4A19-27FD67C48F8C}"/>
          </ac:spMkLst>
        </pc:spChg>
        <pc:spChg chg="add">
          <ac:chgData name="Kirsten Hollister" userId="f82291c8-99d5-47cd-8c9c-47767899496e" providerId="ADAL" clId="{11290D5E-812C-4B2B-94A2-2A1BD01151B4}" dt="2026-01-10T11:21:32.139" v="1475" actId="26606"/>
          <ac:spMkLst>
            <pc:docMk/>
            <pc:sldMk cId="4103469362" sldId="333"/>
            <ac:spMk id="8" creationId="{8E8DBDA3-652C-4F87-B53B-7F73AC8F4FF9}"/>
          </ac:spMkLst>
        </pc:spChg>
        <pc:spChg chg="add">
          <ac:chgData name="Kirsten Hollister" userId="f82291c8-99d5-47cd-8c9c-47767899496e" providerId="ADAL" clId="{11290D5E-812C-4B2B-94A2-2A1BD01151B4}" dt="2026-01-10T11:21:32.139" v="1475" actId="26606"/>
          <ac:spMkLst>
            <pc:docMk/>
            <pc:sldMk cId="4103469362" sldId="333"/>
            <ac:spMk id="10" creationId="{42187232-3845-418F-A17C-C138F01D98AB}"/>
          </ac:spMkLst>
        </pc:spChg>
      </pc:sldChg>
      <pc:sldChg chg="addSp modSp new mod setBg">
        <pc:chgData name="Kirsten Hollister" userId="f82291c8-99d5-47cd-8c9c-47767899496e" providerId="ADAL" clId="{11290D5E-812C-4B2B-94A2-2A1BD01151B4}" dt="2026-01-10T11:22:16.146" v="1483" actId="26606"/>
        <pc:sldMkLst>
          <pc:docMk/>
          <pc:sldMk cId="272905003" sldId="334"/>
        </pc:sldMkLst>
        <pc:spChg chg="mod">
          <ac:chgData name="Kirsten Hollister" userId="f82291c8-99d5-47cd-8c9c-47767899496e" providerId="ADAL" clId="{11290D5E-812C-4B2B-94A2-2A1BD01151B4}" dt="2026-01-10T11:22:16.146" v="1483" actId="26606"/>
          <ac:spMkLst>
            <pc:docMk/>
            <pc:sldMk cId="272905003" sldId="334"/>
            <ac:spMk id="2" creationId="{6AB0F09C-37A8-BF2D-EAFA-824F42045D9F}"/>
          </ac:spMkLst>
        </pc:spChg>
        <pc:spChg chg="mod">
          <ac:chgData name="Kirsten Hollister" userId="f82291c8-99d5-47cd-8c9c-47767899496e" providerId="ADAL" clId="{11290D5E-812C-4B2B-94A2-2A1BD01151B4}" dt="2026-01-10T11:22:16.146" v="1483" actId="26606"/>
          <ac:spMkLst>
            <pc:docMk/>
            <pc:sldMk cId="272905003" sldId="334"/>
            <ac:spMk id="3" creationId="{E2530FDE-6881-03EB-DFD6-4AEF6C2BF282}"/>
          </ac:spMkLst>
        </pc:spChg>
        <pc:spChg chg="add">
          <ac:chgData name="Kirsten Hollister" userId="f82291c8-99d5-47cd-8c9c-47767899496e" providerId="ADAL" clId="{11290D5E-812C-4B2B-94A2-2A1BD01151B4}" dt="2026-01-10T11:22:16.146" v="1483" actId="26606"/>
          <ac:spMkLst>
            <pc:docMk/>
            <pc:sldMk cId="272905003" sldId="334"/>
            <ac:spMk id="8" creationId="{8E8DBDA3-652C-4F87-B53B-7F73AC8F4FF9}"/>
          </ac:spMkLst>
        </pc:spChg>
        <pc:spChg chg="add">
          <ac:chgData name="Kirsten Hollister" userId="f82291c8-99d5-47cd-8c9c-47767899496e" providerId="ADAL" clId="{11290D5E-812C-4B2B-94A2-2A1BD01151B4}" dt="2026-01-10T11:22:16.146" v="1483" actId="26606"/>
          <ac:spMkLst>
            <pc:docMk/>
            <pc:sldMk cId="272905003" sldId="334"/>
            <ac:spMk id="10" creationId="{42187232-3845-418F-A17C-C138F01D98AB}"/>
          </ac:spMkLst>
        </pc:spChg>
      </pc:sldChg>
      <pc:sldChg chg="addSp delSp modSp new mod setBg modClrScheme chgLayout">
        <pc:chgData name="Kirsten Hollister" userId="f82291c8-99d5-47cd-8c9c-47767899496e" providerId="ADAL" clId="{11290D5E-812C-4B2B-94A2-2A1BD01151B4}" dt="2026-01-10T11:25:18.131" v="1530" actId="5793"/>
        <pc:sldMkLst>
          <pc:docMk/>
          <pc:sldMk cId="3809257497" sldId="335"/>
        </pc:sldMkLst>
        <pc:spChg chg="del mod ord">
          <ac:chgData name="Kirsten Hollister" userId="f82291c8-99d5-47cd-8c9c-47767899496e" providerId="ADAL" clId="{11290D5E-812C-4B2B-94A2-2A1BD01151B4}" dt="2026-01-10T11:22:40.675" v="1485" actId="700"/>
          <ac:spMkLst>
            <pc:docMk/>
            <pc:sldMk cId="3809257497" sldId="335"/>
            <ac:spMk id="2" creationId="{E7813675-6F03-7213-85C9-62BC46C1865A}"/>
          </ac:spMkLst>
        </pc:spChg>
        <pc:spChg chg="del">
          <ac:chgData name="Kirsten Hollister" userId="f82291c8-99d5-47cd-8c9c-47767899496e" providerId="ADAL" clId="{11290D5E-812C-4B2B-94A2-2A1BD01151B4}" dt="2026-01-10T11:22:40.675" v="1485" actId="700"/>
          <ac:spMkLst>
            <pc:docMk/>
            <pc:sldMk cId="3809257497" sldId="335"/>
            <ac:spMk id="3" creationId="{FAA869A8-5CCA-3C30-BB32-B8086D997D97}"/>
          </ac:spMkLst>
        </pc:spChg>
        <pc:spChg chg="del mod ord">
          <ac:chgData name="Kirsten Hollister" userId="f82291c8-99d5-47cd-8c9c-47767899496e" providerId="ADAL" clId="{11290D5E-812C-4B2B-94A2-2A1BD01151B4}" dt="2026-01-10T11:22:40.675" v="1485" actId="700"/>
          <ac:spMkLst>
            <pc:docMk/>
            <pc:sldMk cId="3809257497" sldId="335"/>
            <ac:spMk id="4" creationId="{6B53ED10-F86C-467F-74D5-3EAD6CCACFED}"/>
          </ac:spMkLst>
        </pc:spChg>
        <pc:spChg chg="del">
          <ac:chgData name="Kirsten Hollister" userId="f82291c8-99d5-47cd-8c9c-47767899496e" providerId="ADAL" clId="{11290D5E-812C-4B2B-94A2-2A1BD01151B4}" dt="2026-01-10T11:22:40.675" v="1485" actId="700"/>
          <ac:spMkLst>
            <pc:docMk/>
            <pc:sldMk cId="3809257497" sldId="335"/>
            <ac:spMk id="5" creationId="{F3395B74-6C89-09D5-1473-9679B3C95881}"/>
          </ac:spMkLst>
        </pc:spChg>
        <pc:spChg chg="del">
          <ac:chgData name="Kirsten Hollister" userId="f82291c8-99d5-47cd-8c9c-47767899496e" providerId="ADAL" clId="{11290D5E-812C-4B2B-94A2-2A1BD01151B4}" dt="2026-01-10T11:22:40.675" v="1485" actId="700"/>
          <ac:spMkLst>
            <pc:docMk/>
            <pc:sldMk cId="3809257497" sldId="335"/>
            <ac:spMk id="6" creationId="{51248B87-82B6-2AE1-2C4B-6784DC20E7CD}"/>
          </ac:spMkLst>
        </pc:spChg>
        <pc:spChg chg="add mod ord">
          <ac:chgData name="Kirsten Hollister" userId="f82291c8-99d5-47cd-8c9c-47767899496e" providerId="ADAL" clId="{11290D5E-812C-4B2B-94A2-2A1BD01151B4}" dt="2026-01-10T11:24:44.267" v="1491" actId="26606"/>
          <ac:spMkLst>
            <pc:docMk/>
            <pc:sldMk cId="3809257497" sldId="335"/>
            <ac:spMk id="7" creationId="{1A8D4450-5E8F-5473-A258-339F676A7B18}"/>
          </ac:spMkLst>
        </pc:spChg>
        <pc:spChg chg="add mod ord">
          <ac:chgData name="Kirsten Hollister" userId="f82291c8-99d5-47cd-8c9c-47767899496e" providerId="ADAL" clId="{11290D5E-812C-4B2B-94A2-2A1BD01151B4}" dt="2026-01-10T11:25:18.131" v="1530" actId="5793"/>
          <ac:spMkLst>
            <pc:docMk/>
            <pc:sldMk cId="3809257497" sldId="335"/>
            <ac:spMk id="8" creationId="{5A6E2EB2-2809-5F45-9672-AC88C3D282B2}"/>
          </ac:spMkLst>
        </pc:spChg>
        <pc:spChg chg="add">
          <ac:chgData name="Kirsten Hollister" userId="f82291c8-99d5-47cd-8c9c-47767899496e" providerId="ADAL" clId="{11290D5E-812C-4B2B-94A2-2A1BD01151B4}" dt="2026-01-10T11:24:44.267" v="1491" actId="26606"/>
          <ac:spMkLst>
            <pc:docMk/>
            <pc:sldMk cId="3809257497" sldId="335"/>
            <ac:spMk id="13" creationId="{8E8DBDA3-652C-4F87-B53B-7F73AC8F4FF9}"/>
          </ac:spMkLst>
        </pc:spChg>
        <pc:spChg chg="add">
          <ac:chgData name="Kirsten Hollister" userId="f82291c8-99d5-47cd-8c9c-47767899496e" providerId="ADAL" clId="{11290D5E-812C-4B2B-94A2-2A1BD01151B4}" dt="2026-01-10T11:24:44.267" v="1491" actId="26606"/>
          <ac:spMkLst>
            <pc:docMk/>
            <pc:sldMk cId="3809257497" sldId="335"/>
            <ac:spMk id="15" creationId="{42187232-3845-418F-A17C-C138F01D98AB}"/>
          </ac:spMkLst>
        </pc:spChg>
      </pc:sldChg>
      <pc:sldChg chg="addSp modSp new mod setBg">
        <pc:chgData name="Kirsten Hollister" userId="f82291c8-99d5-47cd-8c9c-47767899496e" providerId="ADAL" clId="{11290D5E-812C-4B2B-94A2-2A1BD01151B4}" dt="2026-01-10T11:25:54.274" v="1537" actId="26606"/>
        <pc:sldMkLst>
          <pc:docMk/>
          <pc:sldMk cId="3428059793" sldId="336"/>
        </pc:sldMkLst>
        <pc:spChg chg="mod">
          <ac:chgData name="Kirsten Hollister" userId="f82291c8-99d5-47cd-8c9c-47767899496e" providerId="ADAL" clId="{11290D5E-812C-4B2B-94A2-2A1BD01151B4}" dt="2026-01-10T11:25:54.274" v="1537" actId="26606"/>
          <ac:spMkLst>
            <pc:docMk/>
            <pc:sldMk cId="3428059793" sldId="336"/>
            <ac:spMk id="2" creationId="{104F8E44-BFB6-4693-4259-36CDBD85CEED}"/>
          </ac:spMkLst>
        </pc:spChg>
        <pc:spChg chg="mod">
          <ac:chgData name="Kirsten Hollister" userId="f82291c8-99d5-47cd-8c9c-47767899496e" providerId="ADAL" clId="{11290D5E-812C-4B2B-94A2-2A1BD01151B4}" dt="2026-01-10T11:25:54.274" v="1537" actId="26606"/>
          <ac:spMkLst>
            <pc:docMk/>
            <pc:sldMk cId="3428059793" sldId="336"/>
            <ac:spMk id="3" creationId="{E2A74137-6E74-7F79-06D4-168FFB915D84}"/>
          </ac:spMkLst>
        </pc:spChg>
        <pc:spChg chg="add">
          <ac:chgData name="Kirsten Hollister" userId="f82291c8-99d5-47cd-8c9c-47767899496e" providerId="ADAL" clId="{11290D5E-812C-4B2B-94A2-2A1BD01151B4}" dt="2026-01-10T11:25:54.274" v="1537" actId="26606"/>
          <ac:spMkLst>
            <pc:docMk/>
            <pc:sldMk cId="3428059793" sldId="336"/>
            <ac:spMk id="8" creationId="{8E8DBDA3-652C-4F87-B53B-7F73AC8F4FF9}"/>
          </ac:spMkLst>
        </pc:spChg>
        <pc:spChg chg="add">
          <ac:chgData name="Kirsten Hollister" userId="f82291c8-99d5-47cd-8c9c-47767899496e" providerId="ADAL" clId="{11290D5E-812C-4B2B-94A2-2A1BD01151B4}" dt="2026-01-10T11:25:54.274" v="1537" actId="26606"/>
          <ac:spMkLst>
            <pc:docMk/>
            <pc:sldMk cId="3428059793" sldId="336"/>
            <ac:spMk id="10" creationId="{42187232-3845-418F-A17C-C138F01D98AB}"/>
          </ac:spMkLst>
        </pc:spChg>
      </pc:sldChg>
      <pc:sldChg chg="addSp modSp new mod setBg">
        <pc:chgData name="Kirsten Hollister" userId="f82291c8-99d5-47cd-8c9c-47767899496e" providerId="ADAL" clId="{11290D5E-812C-4B2B-94A2-2A1BD01151B4}" dt="2026-01-10T11:26:45.324" v="1551" actId="26606"/>
        <pc:sldMkLst>
          <pc:docMk/>
          <pc:sldMk cId="104154513" sldId="337"/>
        </pc:sldMkLst>
        <pc:spChg chg="mod">
          <ac:chgData name="Kirsten Hollister" userId="f82291c8-99d5-47cd-8c9c-47767899496e" providerId="ADAL" clId="{11290D5E-812C-4B2B-94A2-2A1BD01151B4}" dt="2026-01-10T11:26:45.324" v="1551" actId="26606"/>
          <ac:spMkLst>
            <pc:docMk/>
            <pc:sldMk cId="104154513" sldId="337"/>
            <ac:spMk id="2" creationId="{4373C27E-C6AB-6C9B-5BE6-8FF55AEBC9BE}"/>
          </ac:spMkLst>
        </pc:spChg>
        <pc:spChg chg="mod">
          <ac:chgData name="Kirsten Hollister" userId="f82291c8-99d5-47cd-8c9c-47767899496e" providerId="ADAL" clId="{11290D5E-812C-4B2B-94A2-2A1BD01151B4}" dt="2026-01-10T11:26:45.324" v="1551" actId="26606"/>
          <ac:spMkLst>
            <pc:docMk/>
            <pc:sldMk cId="104154513" sldId="337"/>
            <ac:spMk id="3" creationId="{81BE074E-6A2D-7F0A-1FA2-ECC298B18EA4}"/>
          </ac:spMkLst>
        </pc:spChg>
        <pc:spChg chg="add">
          <ac:chgData name="Kirsten Hollister" userId="f82291c8-99d5-47cd-8c9c-47767899496e" providerId="ADAL" clId="{11290D5E-812C-4B2B-94A2-2A1BD01151B4}" dt="2026-01-10T11:26:45.324" v="1551" actId="26606"/>
          <ac:spMkLst>
            <pc:docMk/>
            <pc:sldMk cId="104154513" sldId="337"/>
            <ac:spMk id="8" creationId="{8E8DBDA3-652C-4F87-B53B-7F73AC8F4FF9}"/>
          </ac:spMkLst>
        </pc:spChg>
        <pc:spChg chg="add">
          <ac:chgData name="Kirsten Hollister" userId="f82291c8-99d5-47cd-8c9c-47767899496e" providerId="ADAL" clId="{11290D5E-812C-4B2B-94A2-2A1BD01151B4}" dt="2026-01-10T11:26:45.324" v="1551" actId="26606"/>
          <ac:spMkLst>
            <pc:docMk/>
            <pc:sldMk cId="104154513" sldId="337"/>
            <ac:spMk id="10" creationId="{42187232-3845-418F-A17C-C138F01D98AB}"/>
          </ac:spMkLst>
        </pc:spChg>
      </pc:sldChg>
      <pc:sldChg chg="addSp modSp new mod setBg">
        <pc:chgData name="Kirsten Hollister" userId="f82291c8-99d5-47cd-8c9c-47767899496e" providerId="ADAL" clId="{11290D5E-812C-4B2B-94A2-2A1BD01151B4}" dt="2026-01-10T11:27:18.494" v="1557" actId="26606"/>
        <pc:sldMkLst>
          <pc:docMk/>
          <pc:sldMk cId="3055145342" sldId="338"/>
        </pc:sldMkLst>
        <pc:spChg chg="mod">
          <ac:chgData name="Kirsten Hollister" userId="f82291c8-99d5-47cd-8c9c-47767899496e" providerId="ADAL" clId="{11290D5E-812C-4B2B-94A2-2A1BD01151B4}" dt="2026-01-10T11:27:18.494" v="1557" actId="26606"/>
          <ac:spMkLst>
            <pc:docMk/>
            <pc:sldMk cId="3055145342" sldId="338"/>
            <ac:spMk id="2" creationId="{234A8E42-631C-FA81-8EF9-F2F1CA036340}"/>
          </ac:spMkLst>
        </pc:spChg>
        <pc:spChg chg="mod">
          <ac:chgData name="Kirsten Hollister" userId="f82291c8-99d5-47cd-8c9c-47767899496e" providerId="ADAL" clId="{11290D5E-812C-4B2B-94A2-2A1BD01151B4}" dt="2026-01-10T11:27:18.494" v="1557" actId="26606"/>
          <ac:spMkLst>
            <pc:docMk/>
            <pc:sldMk cId="3055145342" sldId="338"/>
            <ac:spMk id="3" creationId="{A598DADA-BAAF-5C08-C732-2035A2E6CAFF}"/>
          </ac:spMkLst>
        </pc:spChg>
        <pc:spChg chg="add">
          <ac:chgData name="Kirsten Hollister" userId="f82291c8-99d5-47cd-8c9c-47767899496e" providerId="ADAL" clId="{11290D5E-812C-4B2B-94A2-2A1BD01151B4}" dt="2026-01-10T11:27:18.494" v="1557" actId="26606"/>
          <ac:spMkLst>
            <pc:docMk/>
            <pc:sldMk cId="3055145342" sldId="338"/>
            <ac:spMk id="8" creationId="{8E8DBDA3-652C-4F87-B53B-7F73AC8F4FF9}"/>
          </ac:spMkLst>
        </pc:spChg>
        <pc:spChg chg="add">
          <ac:chgData name="Kirsten Hollister" userId="f82291c8-99d5-47cd-8c9c-47767899496e" providerId="ADAL" clId="{11290D5E-812C-4B2B-94A2-2A1BD01151B4}" dt="2026-01-10T11:27:18.494" v="1557" actId="26606"/>
          <ac:spMkLst>
            <pc:docMk/>
            <pc:sldMk cId="3055145342" sldId="338"/>
            <ac:spMk id="10" creationId="{42187232-3845-418F-A17C-C138F01D98AB}"/>
          </ac:spMkLst>
        </pc:spChg>
      </pc:sldChg>
      <pc:sldChg chg="addSp modSp new mod setBg">
        <pc:chgData name="Kirsten Hollister" userId="f82291c8-99d5-47cd-8c9c-47767899496e" providerId="ADAL" clId="{11290D5E-812C-4B2B-94A2-2A1BD01151B4}" dt="2026-01-10T11:28:01.841" v="1566" actId="26606"/>
        <pc:sldMkLst>
          <pc:docMk/>
          <pc:sldMk cId="2712142662" sldId="339"/>
        </pc:sldMkLst>
        <pc:spChg chg="mod">
          <ac:chgData name="Kirsten Hollister" userId="f82291c8-99d5-47cd-8c9c-47767899496e" providerId="ADAL" clId="{11290D5E-812C-4B2B-94A2-2A1BD01151B4}" dt="2026-01-10T11:28:01.841" v="1566" actId="26606"/>
          <ac:spMkLst>
            <pc:docMk/>
            <pc:sldMk cId="2712142662" sldId="339"/>
            <ac:spMk id="2" creationId="{5FE3CF39-D288-30D9-FAA0-F26DD596ABA6}"/>
          </ac:spMkLst>
        </pc:spChg>
        <pc:spChg chg="mod">
          <ac:chgData name="Kirsten Hollister" userId="f82291c8-99d5-47cd-8c9c-47767899496e" providerId="ADAL" clId="{11290D5E-812C-4B2B-94A2-2A1BD01151B4}" dt="2026-01-10T11:28:01.841" v="1566" actId="26606"/>
          <ac:spMkLst>
            <pc:docMk/>
            <pc:sldMk cId="2712142662" sldId="339"/>
            <ac:spMk id="3" creationId="{5582E578-8559-65A1-F365-E713DE02BB53}"/>
          </ac:spMkLst>
        </pc:spChg>
        <pc:spChg chg="add">
          <ac:chgData name="Kirsten Hollister" userId="f82291c8-99d5-47cd-8c9c-47767899496e" providerId="ADAL" clId="{11290D5E-812C-4B2B-94A2-2A1BD01151B4}" dt="2026-01-10T11:28:01.841" v="1566" actId="26606"/>
          <ac:spMkLst>
            <pc:docMk/>
            <pc:sldMk cId="2712142662" sldId="339"/>
            <ac:spMk id="8" creationId="{8E8DBDA3-652C-4F87-B53B-7F73AC8F4FF9}"/>
          </ac:spMkLst>
        </pc:spChg>
        <pc:spChg chg="add">
          <ac:chgData name="Kirsten Hollister" userId="f82291c8-99d5-47cd-8c9c-47767899496e" providerId="ADAL" clId="{11290D5E-812C-4B2B-94A2-2A1BD01151B4}" dt="2026-01-10T11:28:01.841" v="1566" actId="26606"/>
          <ac:spMkLst>
            <pc:docMk/>
            <pc:sldMk cId="2712142662" sldId="339"/>
            <ac:spMk id="10" creationId="{42187232-3845-418F-A17C-C138F01D98AB}"/>
          </ac:spMkLst>
        </pc:spChg>
      </pc:sldChg>
      <pc:sldChg chg="addSp modSp new mod setBg">
        <pc:chgData name="Kirsten Hollister" userId="f82291c8-99d5-47cd-8c9c-47767899496e" providerId="ADAL" clId="{11290D5E-812C-4B2B-94A2-2A1BD01151B4}" dt="2026-01-10T11:29:34.218" v="1594" actId="26606"/>
        <pc:sldMkLst>
          <pc:docMk/>
          <pc:sldMk cId="2056155581" sldId="340"/>
        </pc:sldMkLst>
        <pc:spChg chg="mod">
          <ac:chgData name="Kirsten Hollister" userId="f82291c8-99d5-47cd-8c9c-47767899496e" providerId="ADAL" clId="{11290D5E-812C-4B2B-94A2-2A1BD01151B4}" dt="2026-01-10T11:29:34.218" v="1594" actId="26606"/>
          <ac:spMkLst>
            <pc:docMk/>
            <pc:sldMk cId="2056155581" sldId="340"/>
            <ac:spMk id="2" creationId="{65579A3F-A28C-DA5C-0011-51AB609B0FFA}"/>
          </ac:spMkLst>
        </pc:spChg>
        <pc:spChg chg="mod">
          <ac:chgData name="Kirsten Hollister" userId="f82291c8-99d5-47cd-8c9c-47767899496e" providerId="ADAL" clId="{11290D5E-812C-4B2B-94A2-2A1BD01151B4}" dt="2026-01-10T11:29:34.218" v="1594" actId="26606"/>
          <ac:spMkLst>
            <pc:docMk/>
            <pc:sldMk cId="2056155581" sldId="340"/>
            <ac:spMk id="3" creationId="{423F56D7-5396-94C0-8060-37D34E36EB02}"/>
          </ac:spMkLst>
        </pc:spChg>
        <pc:spChg chg="add">
          <ac:chgData name="Kirsten Hollister" userId="f82291c8-99d5-47cd-8c9c-47767899496e" providerId="ADAL" clId="{11290D5E-812C-4B2B-94A2-2A1BD01151B4}" dt="2026-01-10T11:29:34.218" v="1594" actId="26606"/>
          <ac:spMkLst>
            <pc:docMk/>
            <pc:sldMk cId="2056155581" sldId="340"/>
            <ac:spMk id="8" creationId="{8E8DBDA3-652C-4F87-B53B-7F73AC8F4FF9}"/>
          </ac:spMkLst>
        </pc:spChg>
        <pc:spChg chg="add">
          <ac:chgData name="Kirsten Hollister" userId="f82291c8-99d5-47cd-8c9c-47767899496e" providerId="ADAL" clId="{11290D5E-812C-4B2B-94A2-2A1BD01151B4}" dt="2026-01-10T11:29:34.218" v="1594" actId="26606"/>
          <ac:spMkLst>
            <pc:docMk/>
            <pc:sldMk cId="2056155581" sldId="340"/>
            <ac:spMk id="10" creationId="{42187232-3845-418F-A17C-C138F01D98AB}"/>
          </ac:spMkLst>
        </pc:spChg>
      </pc:sldChg>
      <pc:sldChg chg="addSp modSp new mod setBg">
        <pc:chgData name="Kirsten Hollister" userId="f82291c8-99d5-47cd-8c9c-47767899496e" providerId="ADAL" clId="{11290D5E-812C-4B2B-94A2-2A1BD01151B4}" dt="2026-01-10T11:31:49.537" v="1602" actId="26606"/>
        <pc:sldMkLst>
          <pc:docMk/>
          <pc:sldMk cId="365059970" sldId="341"/>
        </pc:sldMkLst>
        <pc:spChg chg="mod">
          <ac:chgData name="Kirsten Hollister" userId="f82291c8-99d5-47cd-8c9c-47767899496e" providerId="ADAL" clId="{11290D5E-812C-4B2B-94A2-2A1BD01151B4}" dt="2026-01-10T11:31:49.537" v="1602" actId="26606"/>
          <ac:spMkLst>
            <pc:docMk/>
            <pc:sldMk cId="365059970" sldId="341"/>
            <ac:spMk id="2" creationId="{24A6BDB4-92F8-C4D0-9C3C-91FB45E266AA}"/>
          </ac:spMkLst>
        </pc:spChg>
        <pc:spChg chg="mod">
          <ac:chgData name="Kirsten Hollister" userId="f82291c8-99d5-47cd-8c9c-47767899496e" providerId="ADAL" clId="{11290D5E-812C-4B2B-94A2-2A1BD01151B4}" dt="2026-01-10T11:31:49.537" v="1602" actId="26606"/>
          <ac:spMkLst>
            <pc:docMk/>
            <pc:sldMk cId="365059970" sldId="341"/>
            <ac:spMk id="3" creationId="{628E6FBF-E9E8-65A7-8982-B7D95EE4868A}"/>
          </ac:spMkLst>
        </pc:spChg>
        <pc:spChg chg="add">
          <ac:chgData name="Kirsten Hollister" userId="f82291c8-99d5-47cd-8c9c-47767899496e" providerId="ADAL" clId="{11290D5E-812C-4B2B-94A2-2A1BD01151B4}" dt="2026-01-10T11:31:49.537" v="1602" actId="26606"/>
          <ac:spMkLst>
            <pc:docMk/>
            <pc:sldMk cId="365059970" sldId="341"/>
            <ac:spMk id="8" creationId="{8E8DBDA3-652C-4F87-B53B-7F73AC8F4FF9}"/>
          </ac:spMkLst>
        </pc:spChg>
        <pc:spChg chg="add">
          <ac:chgData name="Kirsten Hollister" userId="f82291c8-99d5-47cd-8c9c-47767899496e" providerId="ADAL" clId="{11290D5E-812C-4B2B-94A2-2A1BD01151B4}" dt="2026-01-10T11:31:49.537" v="1602" actId="26606"/>
          <ac:spMkLst>
            <pc:docMk/>
            <pc:sldMk cId="365059970" sldId="341"/>
            <ac:spMk id="10" creationId="{42187232-3845-418F-A17C-C138F01D98AB}"/>
          </ac:spMkLst>
        </pc:spChg>
      </pc:sldChg>
      <pc:sldChg chg="addSp modSp new mod ord setBg">
        <pc:chgData name="Kirsten Hollister" userId="f82291c8-99d5-47cd-8c9c-47767899496e" providerId="ADAL" clId="{11290D5E-812C-4B2B-94A2-2A1BD01151B4}" dt="2026-01-10T11:40:35.710" v="1633"/>
        <pc:sldMkLst>
          <pc:docMk/>
          <pc:sldMk cId="3349548897" sldId="342"/>
        </pc:sldMkLst>
        <pc:spChg chg="mod">
          <ac:chgData name="Kirsten Hollister" userId="f82291c8-99d5-47cd-8c9c-47767899496e" providerId="ADAL" clId="{11290D5E-812C-4B2B-94A2-2A1BD01151B4}" dt="2026-01-10T11:40:07.444" v="1627" actId="26606"/>
          <ac:spMkLst>
            <pc:docMk/>
            <pc:sldMk cId="3349548897" sldId="342"/>
            <ac:spMk id="2" creationId="{9F008F3D-9B47-98ED-E04E-AA23668A42BA}"/>
          </ac:spMkLst>
        </pc:spChg>
        <pc:spChg chg="mod">
          <ac:chgData name="Kirsten Hollister" userId="f82291c8-99d5-47cd-8c9c-47767899496e" providerId="ADAL" clId="{11290D5E-812C-4B2B-94A2-2A1BD01151B4}" dt="2026-01-10T11:40:07.444" v="1627" actId="26606"/>
          <ac:spMkLst>
            <pc:docMk/>
            <pc:sldMk cId="3349548897" sldId="342"/>
            <ac:spMk id="3" creationId="{8E868884-98B4-B6D6-6E84-C4CC6FF0BA00}"/>
          </ac:spMkLst>
        </pc:spChg>
        <pc:spChg chg="add">
          <ac:chgData name="Kirsten Hollister" userId="f82291c8-99d5-47cd-8c9c-47767899496e" providerId="ADAL" clId="{11290D5E-812C-4B2B-94A2-2A1BD01151B4}" dt="2026-01-10T11:40:07.444" v="1627" actId="26606"/>
          <ac:spMkLst>
            <pc:docMk/>
            <pc:sldMk cId="3349548897" sldId="342"/>
            <ac:spMk id="8" creationId="{8E8DBDA3-652C-4F87-B53B-7F73AC8F4FF9}"/>
          </ac:spMkLst>
        </pc:spChg>
        <pc:spChg chg="add">
          <ac:chgData name="Kirsten Hollister" userId="f82291c8-99d5-47cd-8c9c-47767899496e" providerId="ADAL" clId="{11290D5E-812C-4B2B-94A2-2A1BD01151B4}" dt="2026-01-10T11:40:07.444" v="1627" actId="26606"/>
          <ac:spMkLst>
            <pc:docMk/>
            <pc:sldMk cId="3349548897" sldId="342"/>
            <ac:spMk id="10" creationId="{42187232-3845-418F-A17C-C138F01D98AB}"/>
          </ac:spMkLst>
        </pc:spChg>
      </pc:sldChg>
      <pc:sldChg chg="addSp delSp modSp new mod ord setBg modClrScheme chgLayout">
        <pc:chgData name="Kirsten Hollister" userId="f82291c8-99d5-47cd-8c9c-47767899496e" providerId="ADAL" clId="{11290D5E-812C-4B2B-94A2-2A1BD01151B4}" dt="2026-01-10T11:43:08.220" v="1651" actId="26606"/>
        <pc:sldMkLst>
          <pc:docMk/>
          <pc:sldMk cId="2026865380" sldId="343"/>
        </pc:sldMkLst>
        <pc:spChg chg="del mod ord">
          <ac:chgData name="Kirsten Hollister" userId="f82291c8-99d5-47cd-8c9c-47767899496e" providerId="ADAL" clId="{11290D5E-812C-4B2B-94A2-2A1BD01151B4}" dt="2026-01-10T11:40:42.294" v="1634" actId="700"/>
          <ac:spMkLst>
            <pc:docMk/>
            <pc:sldMk cId="2026865380" sldId="343"/>
            <ac:spMk id="2" creationId="{65534906-0BB1-501A-C9CA-A49ECA0D1A01}"/>
          </ac:spMkLst>
        </pc:spChg>
        <pc:spChg chg="del mod ord">
          <ac:chgData name="Kirsten Hollister" userId="f82291c8-99d5-47cd-8c9c-47767899496e" providerId="ADAL" clId="{11290D5E-812C-4B2B-94A2-2A1BD01151B4}" dt="2026-01-10T11:40:42.294" v="1634" actId="700"/>
          <ac:spMkLst>
            <pc:docMk/>
            <pc:sldMk cId="2026865380" sldId="343"/>
            <ac:spMk id="3" creationId="{D5780462-649B-4F7F-3049-100B80C2B2D5}"/>
          </ac:spMkLst>
        </pc:spChg>
        <pc:spChg chg="add mod ord">
          <ac:chgData name="Kirsten Hollister" userId="f82291c8-99d5-47cd-8c9c-47767899496e" providerId="ADAL" clId="{11290D5E-812C-4B2B-94A2-2A1BD01151B4}" dt="2026-01-10T11:43:08.220" v="1651" actId="26606"/>
          <ac:spMkLst>
            <pc:docMk/>
            <pc:sldMk cId="2026865380" sldId="343"/>
            <ac:spMk id="4" creationId="{6907CBBB-65E5-0DA6-8A81-55C771CAE093}"/>
          </ac:spMkLst>
        </pc:spChg>
        <pc:spChg chg="add mod ord">
          <ac:chgData name="Kirsten Hollister" userId="f82291c8-99d5-47cd-8c9c-47767899496e" providerId="ADAL" clId="{11290D5E-812C-4B2B-94A2-2A1BD01151B4}" dt="2026-01-10T11:43:08.220" v="1651" actId="26606"/>
          <ac:spMkLst>
            <pc:docMk/>
            <pc:sldMk cId="2026865380" sldId="343"/>
            <ac:spMk id="5" creationId="{2D3A0A27-FF9A-4B45-984F-327A321B5CBB}"/>
          </ac:spMkLst>
        </pc:spChg>
        <pc:spChg chg="add">
          <ac:chgData name="Kirsten Hollister" userId="f82291c8-99d5-47cd-8c9c-47767899496e" providerId="ADAL" clId="{11290D5E-812C-4B2B-94A2-2A1BD01151B4}" dt="2026-01-10T11:43:08.220" v="1651" actId="26606"/>
          <ac:spMkLst>
            <pc:docMk/>
            <pc:sldMk cId="2026865380" sldId="343"/>
            <ac:spMk id="11" creationId="{809C0BCD-BEE9-423F-A51C-BCCD8E5EAADA}"/>
          </ac:spMkLst>
        </pc:spChg>
        <pc:spChg chg="add">
          <ac:chgData name="Kirsten Hollister" userId="f82291c8-99d5-47cd-8c9c-47767899496e" providerId="ADAL" clId="{11290D5E-812C-4B2B-94A2-2A1BD01151B4}" dt="2026-01-10T11:43:08.220" v="1651" actId="26606"/>
          <ac:spMkLst>
            <pc:docMk/>
            <pc:sldMk cId="2026865380" sldId="343"/>
            <ac:spMk id="13" creationId="{9998D094-42B2-42BA-AA14-E8FBE073A5D8}"/>
          </ac:spMkLst>
        </pc:spChg>
        <pc:spChg chg="add">
          <ac:chgData name="Kirsten Hollister" userId="f82291c8-99d5-47cd-8c9c-47767899496e" providerId="ADAL" clId="{11290D5E-812C-4B2B-94A2-2A1BD01151B4}" dt="2026-01-10T11:43:08.220" v="1651" actId="26606"/>
          <ac:spMkLst>
            <pc:docMk/>
            <pc:sldMk cId="2026865380" sldId="343"/>
            <ac:spMk id="17" creationId="{E7818327-9D44-4214-BEC7-F7463A8BDE7B}"/>
          </ac:spMkLst>
        </pc:spChg>
        <pc:picChg chg="add">
          <ac:chgData name="Kirsten Hollister" userId="f82291c8-99d5-47cd-8c9c-47767899496e" providerId="ADAL" clId="{11290D5E-812C-4B2B-94A2-2A1BD01151B4}" dt="2026-01-10T11:43:08.220" v="1651" actId="26606"/>
          <ac:picMkLst>
            <pc:docMk/>
            <pc:sldMk cId="2026865380" sldId="343"/>
            <ac:picMk id="7" creationId="{5B1B3931-5D8A-C8BB-F925-02893C55E3B7}"/>
          </ac:picMkLst>
        </pc:picChg>
        <pc:cxnChg chg="add">
          <ac:chgData name="Kirsten Hollister" userId="f82291c8-99d5-47cd-8c9c-47767899496e" providerId="ADAL" clId="{11290D5E-812C-4B2B-94A2-2A1BD01151B4}" dt="2026-01-10T11:43:08.220" v="1651" actId="26606"/>
          <ac:cxnSpMkLst>
            <pc:docMk/>
            <pc:sldMk cId="2026865380" sldId="343"/>
            <ac:cxnSpMk id="15" creationId="{8465D64B-59F4-4BDC-B833-A17EF1E04697}"/>
          </ac:cxnSpMkLst>
        </pc:cxnChg>
        <pc:cxnChg chg="add">
          <ac:chgData name="Kirsten Hollister" userId="f82291c8-99d5-47cd-8c9c-47767899496e" providerId="ADAL" clId="{11290D5E-812C-4B2B-94A2-2A1BD01151B4}" dt="2026-01-10T11:43:08.220" v="1651" actId="26606"/>
          <ac:cxnSpMkLst>
            <pc:docMk/>
            <pc:sldMk cId="2026865380" sldId="343"/>
            <ac:cxnSpMk id="19" creationId="{F896B7D9-8894-4E5C-8DCF-35BECF8D365A}"/>
          </ac:cxnSpMkLst>
        </pc:cxnChg>
      </pc:sldChg>
      <pc:sldChg chg="addSp modSp new mod ord setBg">
        <pc:chgData name="Kirsten Hollister" userId="f82291c8-99d5-47cd-8c9c-47767899496e" providerId="ADAL" clId="{11290D5E-812C-4B2B-94A2-2A1BD01151B4}" dt="2026-01-10T12:18:45.593" v="1981" actId="26606"/>
        <pc:sldMkLst>
          <pc:docMk/>
          <pc:sldMk cId="816721045" sldId="344"/>
        </pc:sldMkLst>
        <pc:spChg chg="mod">
          <ac:chgData name="Kirsten Hollister" userId="f82291c8-99d5-47cd-8c9c-47767899496e" providerId="ADAL" clId="{11290D5E-812C-4B2B-94A2-2A1BD01151B4}" dt="2026-01-10T12:18:45.593" v="1981" actId="26606"/>
          <ac:spMkLst>
            <pc:docMk/>
            <pc:sldMk cId="816721045" sldId="344"/>
            <ac:spMk id="2" creationId="{175DC21E-5B1D-D93A-D92B-6EE9AA2CFC47}"/>
          </ac:spMkLst>
        </pc:spChg>
        <pc:spChg chg="mod">
          <ac:chgData name="Kirsten Hollister" userId="f82291c8-99d5-47cd-8c9c-47767899496e" providerId="ADAL" clId="{11290D5E-812C-4B2B-94A2-2A1BD01151B4}" dt="2026-01-10T12:18:45.593" v="1981" actId="26606"/>
          <ac:spMkLst>
            <pc:docMk/>
            <pc:sldMk cId="816721045" sldId="344"/>
            <ac:spMk id="3" creationId="{83D77D89-677C-672E-37A8-CF0D625A3F0B}"/>
          </ac:spMkLst>
        </pc:spChg>
        <pc:spChg chg="add">
          <ac:chgData name="Kirsten Hollister" userId="f82291c8-99d5-47cd-8c9c-47767899496e" providerId="ADAL" clId="{11290D5E-812C-4B2B-94A2-2A1BD01151B4}" dt="2026-01-10T12:18:45.593" v="1981" actId="26606"/>
          <ac:spMkLst>
            <pc:docMk/>
            <pc:sldMk cId="816721045" sldId="344"/>
            <ac:spMk id="8" creationId="{8E8DBDA3-652C-4F87-B53B-7F73AC8F4FF9}"/>
          </ac:spMkLst>
        </pc:spChg>
        <pc:spChg chg="add">
          <ac:chgData name="Kirsten Hollister" userId="f82291c8-99d5-47cd-8c9c-47767899496e" providerId="ADAL" clId="{11290D5E-812C-4B2B-94A2-2A1BD01151B4}" dt="2026-01-10T12:18:45.593" v="1981" actId="26606"/>
          <ac:spMkLst>
            <pc:docMk/>
            <pc:sldMk cId="816721045" sldId="344"/>
            <ac:spMk id="10" creationId="{42187232-3845-418F-A17C-C138F01D98AB}"/>
          </ac:spMkLst>
        </pc:spChg>
      </pc:sldChg>
      <pc:sldChg chg="addSp delSp modSp new mod setBg">
        <pc:chgData name="Kirsten Hollister" userId="f82291c8-99d5-47cd-8c9c-47767899496e" providerId="ADAL" clId="{11290D5E-812C-4B2B-94A2-2A1BD01151B4}" dt="2026-01-10T11:56:29.767" v="1854" actId="26606"/>
        <pc:sldMkLst>
          <pc:docMk/>
          <pc:sldMk cId="4034909914" sldId="345"/>
        </pc:sldMkLst>
        <pc:spChg chg="mod">
          <ac:chgData name="Kirsten Hollister" userId="f82291c8-99d5-47cd-8c9c-47767899496e" providerId="ADAL" clId="{11290D5E-812C-4B2B-94A2-2A1BD01151B4}" dt="2026-01-10T11:56:29.767" v="1854" actId="26606"/>
          <ac:spMkLst>
            <pc:docMk/>
            <pc:sldMk cId="4034909914" sldId="345"/>
            <ac:spMk id="2" creationId="{27F24965-53C0-3073-5A4E-BD13780883F3}"/>
          </ac:spMkLst>
        </pc:spChg>
        <pc:spChg chg="del">
          <ac:chgData name="Kirsten Hollister" userId="f82291c8-99d5-47cd-8c9c-47767899496e" providerId="ADAL" clId="{11290D5E-812C-4B2B-94A2-2A1BD01151B4}" dt="2026-01-10T11:55:56.381" v="1800" actId="26606"/>
          <ac:spMkLst>
            <pc:docMk/>
            <pc:sldMk cId="4034909914" sldId="345"/>
            <ac:spMk id="3" creationId="{BD38E877-A905-065E-679D-3BEB52361AAD}"/>
          </ac:spMkLst>
        </pc:spChg>
        <pc:spChg chg="add del">
          <ac:chgData name="Kirsten Hollister" userId="f82291c8-99d5-47cd-8c9c-47767899496e" providerId="ADAL" clId="{11290D5E-812C-4B2B-94A2-2A1BD01151B4}" dt="2026-01-10T11:56:29.767" v="1854" actId="26606"/>
          <ac:spMkLst>
            <pc:docMk/>
            <pc:sldMk cId="4034909914" sldId="345"/>
            <ac:spMk id="8" creationId="{00C4F1C3-3ADD-491F-8C66-57912A242177}"/>
          </ac:spMkLst>
        </pc:spChg>
        <pc:spChg chg="add del">
          <ac:chgData name="Kirsten Hollister" userId="f82291c8-99d5-47cd-8c9c-47767899496e" providerId="ADAL" clId="{11290D5E-812C-4B2B-94A2-2A1BD01151B4}" dt="2026-01-10T11:56:29.767" v="1854" actId="26606"/>
          <ac:spMkLst>
            <pc:docMk/>
            <pc:sldMk cId="4034909914" sldId="345"/>
            <ac:spMk id="10" creationId="{0B323FE0-DFB0-4368-A3C2-FC1402A98C03}"/>
          </ac:spMkLst>
        </pc:spChg>
        <pc:spChg chg="add del">
          <ac:chgData name="Kirsten Hollister" userId="f82291c8-99d5-47cd-8c9c-47767899496e" providerId="ADAL" clId="{11290D5E-812C-4B2B-94A2-2A1BD01151B4}" dt="2026-01-10T11:56:29.767" v="1854" actId="26606"/>
          <ac:spMkLst>
            <pc:docMk/>
            <pc:sldMk cId="4034909914" sldId="345"/>
            <ac:spMk id="14" creationId="{8A566188-DA61-435D-B7D6-F237748F153D}"/>
          </ac:spMkLst>
        </pc:spChg>
        <pc:spChg chg="add del">
          <ac:chgData name="Kirsten Hollister" userId="f82291c8-99d5-47cd-8c9c-47767899496e" providerId="ADAL" clId="{11290D5E-812C-4B2B-94A2-2A1BD01151B4}" dt="2026-01-10T11:56:29.767" v="1854" actId="26606"/>
          <ac:spMkLst>
            <pc:docMk/>
            <pc:sldMk cId="4034909914" sldId="345"/>
            <ac:spMk id="16" creationId="{59CDD208-D64E-4053-BB7E-A9CF89D127A8}"/>
          </ac:spMkLst>
        </pc:spChg>
        <pc:spChg chg="add">
          <ac:chgData name="Kirsten Hollister" userId="f82291c8-99d5-47cd-8c9c-47767899496e" providerId="ADAL" clId="{11290D5E-812C-4B2B-94A2-2A1BD01151B4}" dt="2026-01-10T11:56:29.767" v="1854" actId="26606"/>
          <ac:spMkLst>
            <pc:docMk/>
            <pc:sldMk cId="4034909914" sldId="345"/>
            <ac:spMk id="24" creationId="{809C0BCD-BEE9-423F-A51C-BCCD8E5EAADA}"/>
          </ac:spMkLst>
        </pc:spChg>
        <pc:spChg chg="add">
          <ac:chgData name="Kirsten Hollister" userId="f82291c8-99d5-47cd-8c9c-47767899496e" providerId="ADAL" clId="{11290D5E-812C-4B2B-94A2-2A1BD01151B4}" dt="2026-01-10T11:56:29.767" v="1854" actId="26606"/>
          <ac:spMkLst>
            <pc:docMk/>
            <pc:sldMk cId="4034909914" sldId="345"/>
            <ac:spMk id="26" creationId="{9998D094-42B2-42BA-AA14-E8FBE073A5D8}"/>
          </ac:spMkLst>
        </pc:spChg>
        <pc:spChg chg="add">
          <ac:chgData name="Kirsten Hollister" userId="f82291c8-99d5-47cd-8c9c-47767899496e" providerId="ADAL" clId="{11290D5E-812C-4B2B-94A2-2A1BD01151B4}" dt="2026-01-10T11:56:29.767" v="1854" actId="26606"/>
          <ac:spMkLst>
            <pc:docMk/>
            <pc:sldMk cId="4034909914" sldId="345"/>
            <ac:spMk id="30" creationId="{528301FC-82B0-4948-93CF-C7150E95DA78}"/>
          </ac:spMkLst>
        </pc:spChg>
        <pc:picChg chg="add">
          <ac:chgData name="Kirsten Hollister" userId="f82291c8-99d5-47cd-8c9c-47767899496e" providerId="ADAL" clId="{11290D5E-812C-4B2B-94A2-2A1BD01151B4}" dt="2026-01-10T11:56:29.767" v="1854" actId="26606"/>
          <ac:picMkLst>
            <pc:docMk/>
            <pc:sldMk cId="4034909914" sldId="345"/>
            <ac:picMk id="20" creationId="{7CBE8647-8E91-C04C-D486-FA6E8EFD6FB1}"/>
          </ac:picMkLst>
        </pc:picChg>
        <pc:cxnChg chg="add del">
          <ac:chgData name="Kirsten Hollister" userId="f82291c8-99d5-47cd-8c9c-47767899496e" providerId="ADAL" clId="{11290D5E-812C-4B2B-94A2-2A1BD01151B4}" dt="2026-01-10T11:56:29.767" v="1854" actId="26606"/>
          <ac:cxnSpMkLst>
            <pc:docMk/>
            <pc:sldMk cId="4034909914" sldId="345"/>
            <ac:cxnSpMk id="12" creationId="{E4BCA77F-6A46-46C1-822E-DF8DB6F08D5A}"/>
          </ac:cxnSpMkLst>
        </pc:cxnChg>
        <pc:cxnChg chg="add">
          <ac:chgData name="Kirsten Hollister" userId="f82291c8-99d5-47cd-8c9c-47767899496e" providerId="ADAL" clId="{11290D5E-812C-4B2B-94A2-2A1BD01151B4}" dt="2026-01-10T11:55:56.381" v="1800" actId="26606"/>
          <ac:cxnSpMkLst>
            <pc:docMk/>
            <pc:sldMk cId="4034909914" sldId="345"/>
            <ac:cxnSpMk id="18" creationId="{B93C2A17-5343-41E9-BE0B-BFA49AFA1E1F}"/>
          </ac:cxnSpMkLst>
        </pc:cxnChg>
      </pc:sldChg>
      <pc:sldChg chg="addSp delSp modSp new mod setBg">
        <pc:chgData name="Kirsten Hollister" userId="f82291c8-99d5-47cd-8c9c-47767899496e" providerId="ADAL" clId="{11290D5E-812C-4B2B-94A2-2A1BD01151B4}" dt="2026-01-10T12:18:57.816" v="1984" actId="207"/>
        <pc:sldMkLst>
          <pc:docMk/>
          <pc:sldMk cId="2586607399" sldId="346"/>
        </pc:sldMkLst>
        <pc:spChg chg="mod">
          <ac:chgData name="Kirsten Hollister" userId="f82291c8-99d5-47cd-8c9c-47767899496e" providerId="ADAL" clId="{11290D5E-812C-4B2B-94A2-2A1BD01151B4}" dt="2026-01-10T12:18:50.678" v="1983" actId="26606"/>
          <ac:spMkLst>
            <pc:docMk/>
            <pc:sldMk cId="2586607399" sldId="346"/>
            <ac:spMk id="2" creationId="{E5596A90-1A99-FC19-9637-0A71DE25A30D}"/>
          </ac:spMkLst>
        </pc:spChg>
        <pc:spChg chg="add del mod">
          <ac:chgData name="Kirsten Hollister" userId="f82291c8-99d5-47cd-8c9c-47767899496e" providerId="ADAL" clId="{11290D5E-812C-4B2B-94A2-2A1BD01151B4}" dt="2026-01-10T12:18:57.816" v="1984" actId="207"/>
          <ac:spMkLst>
            <pc:docMk/>
            <pc:sldMk cId="2586607399" sldId="346"/>
            <ac:spMk id="3" creationId="{67533B9B-821B-B510-1ACC-DC9B3DF60FF0}"/>
          </ac:spMkLst>
        </pc:spChg>
        <pc:spChg chg="add">
          <ac:chgData name="Kirsten Hollister" userId="f82291c8-99d5-47cd-8c9c-47767899496e" providerId="ADAL" clId="{11290D5E-812C-4B2B-94A2-2A1BD01151B4}" dt="2026-01-10T12:18:50.678" v="1983" actId="26606"/>
          <ac:spMkLst>
            <pc:docMk/>
            <pc:sldMk cId="2586607399" sldId="346"/>
            <ac:spMk id="8" creationId="{8E8DBDA3-652C-4F87-B53B-7F73AC8F4FF9}"/>
          </ac:spMkLst>
        </pc:spChg>
        <pc:spChg chg="add">
          <ac:chgData name="Kirsten Hollister" userId="f82291c8-99d5-47cd-8c9c-47767899496e" providerId="ADAL" clId="{11290D5E-812C-4B2B-94A2-2A1BD01151B4}" dt="2026-01-10T12:18:50.678" v="1983" actId="26606"/>
          <ac:spMkLst>
            <pc:docMk/>
            <pc:sldMk cId="2586607399" sldId="346"/>
            <ac:spMk id="10" creationId="{42187232-3845-418F-A17C-C138F01D98AB}"/>
          </ac:spMkLst>
        </pc:spChg>
        <pc:graphicFrameChg chg="add mod">
          <ac:chgData name="Kirsten Hollister" userId="f82291c8-99d5-47cd-8c9c-47767899496e" providerId="ADAL" clId="{11290D5E-812C-4B2B-94A2-2A1BD01151B4}" dt="2026-01-10T11:57:23.433" v="1857"/>
          <ac:graphicFrameMkLst>
            <pc:docMk/>
            <pc:sldMk cId="2586607399" sldId="346"/>
            <ac:graphicFrameMk id="4" creationId="{4B119021-9306-B13E-770A-EC7739901A2F}"/>
          </ac:graphicFrameMkLst>
        </pc:graphicFrameChg>
      </pc:sldChg>
      <pc:sldChg chg="addSp delSp modSp new mod modClrScheme modAnim chgLayout">
        <pc:chgData name="Kirsten Hollister" userId="f82291c8-99d5-47cd-8c9c-47767899496e" providerId="ADAL" clId="{11290D5E-812C-4B2B-94A2-2A1BD01151B4}" dt="2026-01-10T12:08:31.359" v="1955"/>
        <pc:sldMkLst>
          <pc:docMk/>
          <pc:sldMk cId="4265904584" sldId="347"/>
        </pc:sldMkLst>
        <pc:spChg chg="del">
          <ac:chgData name="Kirsten Hollister" userId="f82291c8-99d5-47cd-8c9c-47767899496e" providerId="ADAL" clId="{11290D5E-812C-4B2B-94A2-2A1BD01151B4}" dt="2026-01-10T11:59:05.562" v="1954" actId="700"/>
          <ac:spMkLst>
            <pc:docMk/>
            <pc:sldMk cId="4265904584" sldId="347"/>
            <ac:spMk id="2" creationId="{E57D8468-8B79-598F-6BD7-349292EE33F4}"/>
          </ac:spMkLst>
        </pc:spChg>
        <pc:spChg chg="del">
          <ac:chgData name="Kirsten Hollister" userId="f82291c8-99d5-47cd-8c9c-47767899496e" providerId="ADAL" clId="{11290D5E-812C-4B2B-94A2-2A1BD01151B4}" dt="2026-01-10T11:59:05.562" v="1954" actId="700"/>
          <ac:spMkLst>
            <pc:docMk/>
            <pc:sldMk cId="4265904584" sldId="347"/>
            <ac:spMk id="3" creationId="{78EC2A8E-4F85-F1A5-0B4C-2351AF358903}"/>
          </ac:spMkLst>
        </pc:spChg>
        <pc:spChg chg="del">
          <ac:chgData name="Kirsten Hollister" userId="f82291c8-99d5-47cd-8c9c-47767899496e" providerId="ADAL" clId="{11290D5E-812C-4B2B-94A2-2A1BD01151B4}" dt="2026-01-10T11:59:05.562" v="1954" actId="700"/>
          <ac:spMkLst>
            <pc:docMk/>
            <pc:sldMk cId="4265904584" sldId="347"/>
            <ac:spMk id="4" creationId="{03C640DA-5985-B78E-5760-EE96DA52A176}"/>
          </ac:spMkLst>
        </pc:spChg>
        <pc:picChg chg="add mod">
          <ac:chgData name="Kirsten Hollister" userId="f82291c8-99d5-47cd-8c9c-47767899496e" providerId="ADAL" clId="{11290D5E-812C-4B2B-94A2-2A1BD01151B4}" dt="2026-01-10T12:08:31.359" v="1955"/>
          <ac:picMkLst>
            <pc:docMk/>
            <pc:sldMk cId="4265904584" sldId="347"/>
            <ac:picMk id="5" creationId="{A39C268A-E1B5-7AC7-74B9-147F47DFF923}"/>
          </ac:picMkLst>
        </pc:picChg>
      </pc:sldChg>
      <pc:sldChg chg="addSp delSp modSp new mod modClrScheme modAnim chgLayout">
        <pc:chgData name="Kirsten Hollister" userId="f82291c8-99d5-47cd-8c9c-47767899496e" providerId="ADAL" clId="{11290D5E-812C-4B2B-94A2-2A1BD01151B4}" dt="2026-01-10T12:18:16.318" v="1958"/>
        <pc:sldMkLst>
          <pc:docMk/>
          <pc:sldMk cId="2723273172" sldId="348"/>
        </pc:sldMkLst>
        <pc:spChg chg="del">
          <ac:chgData name="Kirsten Hollister" userId="f82291c8-99d5-47cd-8c9c-47767899496e" providerId="ADAL" clId="{11290D5E-812C-4B2B-94A2-2A1BD01151B4}" dt="2026-01-10T12:11:21.257" v="1957" actId="700"/>
          <ac:spMkLst>
            <pc:docMk/>
            <pc:sldMk cId="2723273172" sldId="348"/>
            <ac:spMk id="2" creationId="{3B4F7010-6311-EDAF-45EE-EBD694AD90E4}"/>
          </ac:spMkLst>
        </pc:spChg>
        <pc:spChg chg="del">
          <ac:chgData name="Kirsten Hollister" userId="f82291c8-99d5-47cd-8c9c-47767899496e" providerId="ADAL" clId="{11290D5E-812C-4B2B-94A2-2A1BD01151B4}" dt="2026-01-10T12:11:21.257" v="1957" actId="700"/>
          <ac:spMkLst>
            <pc:docMk/>
            <pc:sldMk cId="2723273172" sldId="348"/>
            <ac:spMk id="3" creationId="{71277114-AB22-9A78-47FD-EE22A2C9616C}"/>
          </ac:spMkLst>
        </pc:spChg>
        <pc:picChg chg="add mod">
          <ac:chgData name="Kirsten Hollister" userId="f82291c8-99d5-47cd-8c9c-47767899496e" providerId="ADAL" clId="{11290D5E-812C-4B2B-94A2-2A1BD01151B4}" dt="2026-01-10T12:18:16.318" v="1958"/>
          <ac:picMkLst>
            <pc:docMk/>
            <pc:sldMk cId="2723273172" sldId="348"/>
            <ac:picMk id="4" creationId="{B7F5CF2A-BFB1-AE7D-4173-59D51D748B5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F087104-B64C-4512-B968-E59BA44CE730}" type="datetimeFigureOut">
              <a:rPr lang="en-GB" smtClean="0"/>
              <a:t>10/01/2026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94BAB8-6E06-419E-9DA9-6D1A5643FF35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771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7104-B64C-4512-B968-E59BA44CE730}" type="datetimeFigureOut">
              <a:rPr lang="en-GB" smtClean="0"/>
              <a:t>10/01/2026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BAB8-6E06-419E-9DA9-6D1A5643F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42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7104-B64C-4512-B968-E59BA44CE730}" type="datetimeFigureOut">
              <a:rPr lang="en-GB" smtClean="0"/>
              <a:t>10/01/2026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BAB8-6E06-419E-9DA9-6D1A5643FF35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432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7104-B64C-4512-B968-E59BA44CE730}" type="datetimeFigureOut">
              <a:rPr lang="en-GB" smtClean="0"/>
              <a:t>10/01/2026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BAB8-6E06-419E-9DA9-6D1A5643F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98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7104-B64C-4512-B968-E59BA44CE730}" type="datetimeFigureOut">
              <a:rPr lang="en-GB" smtClean="0"/>
              <a:t>10/01/2026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BAB8-6E06-419E-9DA9-6D1A5643F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68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7104-B64C-4512-B968-E59BA44CE730}" type="datetimeFigureOut">
              <a:rPr lang="en-GB" smtClean="0"/>
              <a:t>10/01/2026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BAB8-6E06-419E-9DA9-6D1A5643F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868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7104-B64C-4512-B968-E59BA44CE730}" type="datetimeFigureOut">
              <a:rPr lang="en-GB" smtClean="0"/>
              <a:t>10/01/2026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BAB8-6E06-419E-9DA9-6D1A5643F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2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7104-B64C-4512-B968-E59BA44CE730}" type="datetimeFigureOut">
              <a:rPr lang="en-GB" smtClean="0"/>
              <a:t>10/01/2026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BAB8-6E06-419E-9DA9-6D1A5643F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97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7104-B64C-4512-B968-E59BA44CE730}" type="datetimeFigureOut">
              <a:rPr lang="en-GB" smtClean="0"/>
              <a:t>10/01/2026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BAB8-6E06-419E-9DA9-6D1A5643F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451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7104-B64C-4512-B968-E59BA44CE730}" type="datetimeFigureOut">
              <a:rPr lang="en-GB" smtClean="0"/>
              <a:t>10/01/2026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BAB8-6E06-419E-9DA9-6D1A5643F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451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87104-B64C-4512-B968-E59BA44CE730}" type="datetimeFigureOut">
              <a:rPr lang="en-GB" smtClean="0"/>
              <a:t>10/01/2026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4BAB8-6E06-419E-9DA9-6D1A5643F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836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F087104-B64C-4512-B968-E59BA44CE730}" type="datetimeFigureOut">
              <a:rPr lang="en-GB" smtClean="0"/>
              <a:t>10/01/2026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194BAB8-6E06-419E-9DA9-6D1A5643FF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6647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mdVWbuffdNY?feature=oembed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KHGL3f9WHUo?feature=oembed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.shropshire.gov.uk/recycling-and-rubbish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E331-618E-AB04-133B-EA49D58866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Methods of Feedback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2623A-EFC2-CDE3-7BB9-1C21CC8528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DPDD Occupational Specialism </a:t>
            </a:r>
          </a:p>
          <a:p>
            <a:r>
              <a:rPr lang="en-GB" dirty="0"/>
              <a:t>Week 17</a:t>
            </a:r>
          </a:p>
        </p:txBody>
      </p:sp>
    </p:spTree>
    <p:extLst>
      <p:ext uri="{BB962C8B-B14F-4D97-AF65-F5344CB8AC3E}">
        <p14:creationId xmlns:p14="http://schemas.microsoft.com/office/powerpoint/2010/main" val="3143422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323FE0-DFB0-4368-A3C2-FC1402A9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BCA77F-6A46-46C1-822E-DF8DB6F0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A566188-DA61-435D-B7D6-F237748F1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CDD208-D64E-4053-BB7E-A9CF89D12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55C8B-BEA3-B1C6-51F3-2E03FA58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67" y="863364"/>
            <a:ext cx="6657476" cy="5126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100" b="1" dirty="0">
                <a:solidFill>
                  <a:srgbClr val="FFFFFF"/>
                </a:solidFill>
              </a:rPr>
              <a:t>Questionnaires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70C1A-2212-29D3-EA70-F79F479BB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52941" y="863364"/>
            <a:ext cx="3082986" cy="51204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93C2A17-5343-41E9-BE0B-BFA49AFA1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961243" y="2054826"/>
            <a:ext cx="0" cy="27432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11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F39A4-9CE7-F863-1A12-456B7A25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Questionnaire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4B1D6-2ABC-1EA2-5FA1-794D8C7B0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structured set of questions</a:t>
            </a:r>
          </a:p>
          <a:p>
            <a:r>
              <a:rPr lang="en-GB" dirty="0"/>
              <a:t>Given to users after interacting with a system</a:t>
            </a:r>
          </a:p>
          <a:p>
            <a:r>
              <a:rPr lang="en-GB" dirty="0"/>
              <a:t>Used to collect consistent feedback</a:t>
            </a:r>
          </a:p>
          <a:p>
            <a:r>
              <a:rPr lang="en-GB" dirty="0"/>
              <a:t>Same questions for all users in a group (technical or non-technical)</a:t>
            </a:r>
          </a:p>
          <a:p>
            <a:r>
              <a:rPr lang="en-GB" dirty="0"/>
              <a:t>Answers can be compared</a:t>
            </a:r>
          </a:p>
          <a:p>
            <a:r>
              <a:rPr lang="en-GB" dirty="0"/>
              <a:t>Feedback can be summarised and analysed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4885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ABB98-7715-E840-10CB-02AC996F4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Closed questions (quantitative)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2EFCC-6901-0651-527A-A123C6FA2E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Fixed answers</a:t>
            </a:r>
          </a:p>
          <a:p>
            <a:r>
              <a:rPr lang="en-GB" dirty="0"/>
              <a:t>Yes or No</a:t>
            </a:r>
          </a:p>
          <a:p>
            <a:r>
              <a:rPr lang="en-GB" dirty="0"/>
              <a:t>Rating scale</a:t>
            </a:r>
          </a:p>
          <a:p>
            <a:r>
              <a:rPr lang="en-GB" dirty="0"/>
              <a:t>Multiple choice</a:t>
            </a:r>
          </a:p>
          <a:p>
            <a:pPr marL="45720" indent="0">
              <a:buNone/>
            </a:pPr>
            <a:r>
              <a:rPr lang="en-GB" b="1" dirty="0"/>
              <a:t>Why use closed questions</a:t>
            </a:r>
            <a:endParaRPr lang="en-GB" dirty="0"/>
          </a:p>
          <a:p>
            <a:r>
              <a:rPr lang="en-GB" dirty="0"/>
              <a:t>Easy to compare</a:t>
            </a:r>
          </a:p>
          <a:p>
            <a:r>
              <a:rPr lang="en-GB" dirty="0"/>
              <a:t>Easy to count</a:t>
            </a:r>
          </a:p>
          <a:p>
            <a:r>
              <a:rPr lang="en-GB" dirty="0"/>
              <a:t>Identify patterns quickly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A3E5A-5FD4-6EF7-6430-87F529B68D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GB" dirty="0">
                <a:solidFill>
                  <a:schemeClr val="accent4"/>
                </a:solidFill>
              </a:rPr>
              <a:t>Here are </a:t>
            </a:r>
            <a:r>
              <a:rPr lang="en-GB" b="1" dirty="0">
                <a:solidFill>
                  <a:schemeClr val="accent4"/>
                </a:solidFill>
              </a:rPr>
              <a:t>some clear examples of closed questions</a:t>
            </a:r>
            <a:r>
              <a:rPr lang="en-GB" dirty="0">
                <a:solidFill>
                  <a:schemeClr val="accent4"/>
                </a:solidFill>
              </a:rPr>
              <a:t> suitable for questionnaire use:</a:t>
            </a:r>
          </a:p>
          <a:p>
            <a:pPr marL="45720" indent="0">
              <a:buNone/>
            </a:pPr>
            <a:r>
              <a:rPr lang="en-GB" dirty="0">
                <a:solidFill>
                  <a:schemeClr val="accent4"/>
                </a:solidFill>
              </a:rPr>
              <a:t>Were you able to complete the task successfully?</a:t>
            </a:r>
          </a:p>
          <a:p>
            <a:pPr marL="274320" lvl="1" indent="0">
              <a:buNone/>
            </a:pPr>
            <a:r>
              <a:rPr lang="en-GB" dirty="0">
                <a:solidFill>
                  <a:schemeClr val="accent4"/>
                </a:solidFill>
              </a:rPr>
              <a:t>Yes</a:t>
            </a:r>
          </a:p>
          <a:p>
            <a:pPr marL="274320" lvl="1" indent="0">
              <a:buNone/>
            </a:pPr>
            <a:r>
              <a:rPr lang="en-GB" dirty="0">
                <a:solidFill>
                  <a:schemeClr val="accent4"/>
                </a:solidFill>
              </a:rPr>
              <a:t>No</a:t>
            </a:r>
          </a:p>
          <a:p>
            <a:pPr marL="45720" indent="0">
              <a:buNone/>
            </a:pPr>
            <a:r>
              <a:rPr lang="en-GB" dirty="0">
                <a:solidFill>
                  <a:schemeClr val="accent4"/>
                </a:solidFill>
              </a:rPr>
              <a:t>How easy was the system to use?</a:t>
            </a:r>
          </a:p>
          <a:p>
            <a:pPr marL="274320" lvl="1" indent="0">
              <a:buNone/>
            </a:pPr>
            <a:r>
              <a:rPr lang="en-GB" dirty="0">
                <a:solidFill>
                  <a:schemeClr val="accent4"/>
                </a:solidFill>
              </a:rPr>
              <a:t>Very easy</a:t>
            </a:r>
          </a:p>
          <a:p>
            <a:pPr marL="274320" lvl="1" indent="0">
              <a:buNone/>
            </a:pPr>
            <a:r>
              <a:rPr lang="en-GB" dirty="0">
                <a:solidFill>
                  <a:schemeClr val="accent4"/>
                </a:solidFill>
              </a:rPr>
              <a:t>Easy</a:t>
            </a:r>
          </a:p>
          <a:p>
            <a:pPr marL="274320" lvl="1" indent="0">
              <a:buNone/>
            </a:pPr>
            <a:r>
              <a:rPr lang="en-GB" dirty="0">
                <a:solidFill>
                  <a:schemeClr val="accent4"/>
                </a:solidFill>
              </a:rPr>
              <a:t>Neutral</a:t>
            </a:r>
          </a:p>
          <a:p>
            <a:pPr marL="274320" lvl="1" indent="0">
              <a:buNone/>
            </a:pPr>
            <a:r>
              <a:rPr lang="en-GB" dirty="0">
                <a:solidFill>
                  <a:schemeClr val="accent4"/>
                </a:solidFill>
              </a:rPr>
              <a:t>Difficult</a:t>
            </a:r>
          </a:p>
          <a:p>
            <a:pPr marL="274320" lvl="1" indent="0">
              <a:buNone/>
            </a:pPr>
            <a:r>
              <a:rPr lang="en-GB" dirty="0">
                <a:solidFill>
                  <a:schemeClr val="accent4"/>
                </a:solidFill>
              </a:rPr>
              <a:t>Very difficult</a:t>
            </a:r>
          </a:p>
          <a:p>
            <a:pPr marL="45720" indent="0">
              <a:buNone/>
            </a:pPr>
            <a:endParaRPr lang="en-GB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264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803D-81F1-424A-7309-C7100D19F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questions (qualitative)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D79CD-066B-95B4-8CAF-8E9E2EF7FF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Free text answers</a:t>
            </a:r>
          </a:p>
          <a:p>
            <a:r>
              <a:rPr lang="en-GB" dirty="0"/>
              <a:t>User explains their experience</a:t>
            </a:r>
          </a:p>
          <a:p>
            <a:r>
              <a:rPr lang="en-GB" dirty="0"/>
              <a:t>User suggests changes</a:t>
            </a:r>
          </a:p>
          <a:p>
            <a:pPr marL="45720" indent="0">
              <a:buNone/>
            </a:pPr>
            <a:r>
              <a:rPr lang="en-GB" b="1" dirty="0"/>
              <a:t>Why use open questions</a:t>
            </a:r>
            <a:endParaRPr lang="en-GB" dirty="0"/>
          </a:p>
          <a:p>
            <a:r>
              <a:rPr lang="en-GB" dirty="0"/>
              <a:t>Explains why issues happened</a:t>
            </a:r>
          </a:p>
          <a:p>
            <a:r>
              <a:rPr lang="en-GB" dirty="0"/>
              <a:t>Reveals unexpected problems</a:t>
            </a:r>
          </a:p>
          <a:p>
            <a:r>
              <a:rPr lang="en-GB" dirty="0"/>
              <a:t>Adds context to closed answers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29678-824C-CF0A-3B7D-2E9F315AB4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GB" dirty="0">
                <a:solidFill>
                  <a:schemeClr val="accent4"/>
                </a:solidFill>
              </a:rPr>
              <a:t>Here are </a:t>
            </a:r>
            <a:r>
              <a:rPr lang="en-GB" b="1" dirty="0">
                <a:solidFill>
                  <a:schemeClr val="accent4"/>
                </a:solidFill>
              </a:rPr>
              <a:t>five clear examples of open questions</a:t>
            </a:r>
            <a:r>
              <a:rPr lang="en-GB" dirty="0">
                <a:solidFill>
                  <a:schemeClr val="accent4"/>
                </a:solidFill>
              </a:rPr>
              <a:t> suitable for questionnaires:</a:t>
            </a:r>
          </a:p>
          <a:p>
            <a:r>
              <a:rPr lang="en-GB" dirty="0">
                <a:solidFill>
                  <a:schemeClr val="accent4"/>
                </a:solidFill>
              </a:rPr>
              <a:t>Which part of the system did you find most difficult to use, and why?</a:t>
            </a:r>
          </a:p>
          <a:p>
            <a:r>
              <a:rPr lang="en-GB" dirty="0">
                <a:solidFill>
                  <a:schemeClr val="accent4"/>
                </a:solidFill>
              </a:rPr>
              <a:t>Were there any points where you felt unsure what to do next? Explain.</a:t>
            </a:r>
          </a:p>
          <a:p>
            <a:r>
              <a:rPr lang="en-GB" dirty="0">
                <a:solidFill>
                  <a:schemeClr val="accent4"/>
                </a:solidFill>
              </a:rPr>
              <a:t>What, if anything, did not work as you expected?</a:t>
            </a:r>
          </a:p>
          <a:p>
            <a:r>
              <a:rPr lang="en-GB" dirty="0">
                <a:solidFill>
                  <a:schemeClr val="accent4"/>
                </a:solidFill>
              </a:rPr>
              <a:t>What changes would you suggest to improve the system?</a:t>
            </a:r>
          </a:p>
          <a:p>
            <a:r>
              <a:rPr lang="en-GB" dirty="0">
                <a:solidFill>
                  <a:schemeClr val="accent4"/>
                </a:solidFill>
              </a:rPr>
              <a:t>Are there any other issues or observations you would like to report?</a:t>
            </a:r>
          </a:p>
          <a:p>
            <a:endParaRPr lang="en-GB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032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nline Media 4" title="Designing a Survey">
            <a:hlinkClick r:id="" action="ppaction://media"/>
            <a:extLst>
              <a:ext uri="{FF2B5EF4-FFF2-40B4-BE49-F238E27FC236}">
                <a16:creationId xmlns:a16="http://schemas.microsoft.com/office/drawing/2014/main" id="{A39C268A-E1B5-7AC7-74B9-147F47DFF92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90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0BAD7-0A19-B149-04A1-22C9FCD1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Non-technical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C7C63-647D-05AD-DD96-74B5E1DFEC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Focus on using the system</a:t>
            </a:r>
          </a:p>
          <a:p>
            <a:r>
              <a:rPr lang="en-GB" dirty="0"/>
              <a:t>No access to code</a:t>
            </a:r>
          </a:p>
          <a:p>
            <a:r>
              <a:rPr lang="en-GB" dirty="0"/>
              <a:t>Black box perspective</a:t>
            </a:r>
          </a:p>
          <a:p>
            <a:pPr marL="45720" indent="0">
              <a:buNone/>
            </a:pPr>
            <a:r>
              <a:rPr lang="en-GB" b="1" dirty="0"/>
              <a:t>What these questions test</a:t>
            </a:r>
            <a:endParaRPr lang="en-GB" dirty="0"/>
          </a:p>
          <a:p>
            <a:r>
              <a:rPr lang="en-GB" dirty="0"/>
              <a:t>Usability</a:t>
            </a:r>
          </a:p>
          <a:p>
            <a:r>
              <a:rPr lang="en-GB" dirty="0"/>
              <a:t>Clarity</a:t>
            </a:r>
          </a:p>
          <a:p>
            <a:r>
              <a:rPr lang="en-GB" dirty="0"/>
              <a:t>Task success</a:t>
            </a:r>
          </a:p>
          <a:p>
            <a:r>
              <a:rPr lang="en-GB" dirty="0"/>
              <a:t>User experience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7837B-44DA-97AA-041F-0C4B01E690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b="1" dirty="0"/>
              <a:t>Questions for non-technical users</a:t>
            </a:r>
            <a:endParaRPr lang="en-GB" dirty="0"/>
          </a:p>
          <a:p>
            <a:r>
              <a:rPr lang="en-GB" dirty="0"/>
              <a:t>Was the task easy to complete?</a:t>
            </a:r>
          </a:p>
          <a:p>
            <a:r>
              <a:rPr lang="en-GB" dirty="0"/>
              <a:t>Were the instructions clear?</a:t>
            </a:r>
          </a:p>
          <a:p>
            <a:r>
              <a:rPr lang="en-GB" dirty="0"/>
              <a:t>Did the system behave as expected?</a:t>
            </a:r>
          </a:p>
          <a:p>
            <a:r>
              <a:rPr lang="en-GB" dirty="0"/>
              <a:t>Where did you get stuck?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8877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7D8EB-2E00-4A44-40DF-F2CD3ACC7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DA43E-CC67-0888-5B33-7E66DE53CD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Understand how systems work</a:t>
            </a:r>
          </a:p>
          <a:p>
            <a:r>
              <a:rPr lang="en-GB" dirty="0"/>
              <a:t>May view code or logic</a:t>
            </a:r>
          </a:p>
          <a:p>
            <a:r>
              <a:rPr lang="en-GB" dirty="0"/>
              <a:t>Black box and white box perspectives</a:t>
            </a:r>
          </a:p>
          <a:p>
            <a:pPr marL="45720" indent="0">
              <a:buNone/>
            </a:pPr>
            <a:r>
              <a:rPr lang="en-GB" b="1" dirty="0"/>
              <a:t>What these questions test</a:t>
            </a:r>
            <a:endParaRPr lang="en-GB" dirty="0"/>
          </a:p>
          <a:p>
            <a:r>
              <a:rPr lang="en-GB" dirty="0"/>
              <a:t>Logic</a:t>
            </a:r>
          </a:p>
          <a:p>
            <a:r>
              <a:rPr lang="en-GB" dirty="0"/>
              <a:t>Validation</a:t>
            </a:r>
          </a:p>
          <a:p>
            <a:r>
              <a:rPr lang="en-GB" dirty="0"/>
              <a:t>Performance</a:t>
            </a:r>
          </a:p>
          <a:p>
            <a:r>
              <a:rPr lang="en-GB" dirty="0"/>
              <a:t>Structure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C8654-677E-5B55-7E29-0A2509050C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b="1" dirty="0"/>
              <a:t>Questions for technical users</a:t>
            </a:r>
            <a:endParaRPr lang="en-GB" dirty="0"/>
          </a:p>
          <a:p>
            <a:r>
              <a:rPr lang="en-GB" dirty="0"/>
              <a:t>Did the logic handle all inputs correctly?</a:t>
            </a:r>
          </a:p>
          <a:p>
            <a:r>
              <a:rPr lang="en-GB" dirty="0"/>
              <a:t>Were errors validated properly?</a:t>
            </a:r>
          </a:p>
          <a:p>
            <a:r>
              <a:rPr lang="en-GB" dirty="0"/>
              <a:t>Were there any performance issues?</a:t>
            </a:r>
          </a:p>
          <a:p>
            <a:r>
              <a:rPr lang="en-GB" dirty="0"/>
              <a:t>Is the code easy to understand and maintain?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621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213DF-B688-42A2-57AC-ECC9070E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a questionnaire?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DFD229-5388-75DE-DB7C-1CF764708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Collect evidence</a:t>
            </a:r>
          </a:p>
          <a:p>
            <a:r>
              <a:rPr lang="en-GB" dirty="0"/>
              <a:t>Identify problems</a:t>
            </a:r>
          </a:p>
          <a:p>
            <a:r>
              <a:rPr lang="en-GB" dirty="0"/>
              <a:t>Inform changes to the prototype</a:t>
            </a:r>
          </a:p>
          <a:p>
            <a:pPr marL="45720" indent="0">
              <a:buNone/>
            </a:pPr>
            <a:r>
              <a:rPr lang="en-GB" b="1" dirty="0"/>
              <a:t>Before writing questions</a:t>
            </a:r>
            <a:endParaRPr lang="en-GB" dirty="0"/>
          </a:p>
          <a:p>
            <a:r>
              <a:rPr lang="en-GB" dirty="0"/>
              <a:t>Who is the user?</a:t>
            </a:r>
          </a:p>
          <a:p>
            <a:r>
              <a:rPr lang="en-GB" dirty="0"/>
              <a:t>What is being tested?</a:t>
            </a:r>
          </a:p>
          <a:p>
            <a:r>
              <a:rPr lang="en-GB" dirty="0"/>
              <a:t>What decisions will this support?</a:t>
            </a:r>
          </a:p>
          <a:p>
            <a:pPr marL="45720" indent="0">
              <a:buNone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4860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1132-1F4C-31C3-455C-23BCAEFF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5CB16-57D5-B408-7FCE-B1AED26E4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Google forms</a:t>
            </a:r>
          </a:p>
        </p:txBody>
      </p:sp>
    </p:spTree>
    <p:extLst>
      <p:ext uri="{BB962C8B-B14F-4D97-AF65-F5344CB8AC3E}">
        <p14:creationId xmlns:p14="http://schemas.microsoft.com/office/powerpoint/2010/main" val="558412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How To Create Google Form Survey Questionnaire (Step By Step)">
            <a:hlinkClick r:id="" action="ppaction://media"/>
            <a:extLst>
              <a:ext uri="{FF2B5EF4-FFF2-40B4-BE49-F238E27FC236}">
                <a16:creationId xmlns:a16="http://schemas.microsoft.com/office/drawing/2014/main" id="{B7F5CF2A-BFB1-AE7D-4173-59D51D748B5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27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411B72-349D-9278-F11F-8A65E6C8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323FE0-DFB0-4368-A3C2-FC1402A9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4BCA77F-6A46-46C1-822E-DF8DB6F0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A566188-DA61-435D-B7D6-F237748F1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CDD208-D64E-4053-BB7E-A9CF89D12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C64AD3-6D62-7BC9-B01F-9D587D3BA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67" y="863364"/>
            <a:ext cx="6657476" cy="5126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1">
                <a:solidFill>
                  <a:srgbClr val="FFFFFF"/>
                </a:solidFill>
              </a:rPr>
              <a:t>Screencasts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ADE97-B996-245F-76C6-FA186FF26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52941" y="863364"/>
            <a:ext cx="3082986" cy="51204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 sz="2000">
              <a:solidFill>
                <a:srgbClr val="000000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93C2A17-5343-41E9-BE0B-BFA49AFA1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961243" y="2054826"/>
            <a:ext cx="0" cy="27432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987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F7A01-A6DC-EBB4-3232-56CC3C07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21EF-4265-E37F-D4B1-F7A1C4FFE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screencast?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7D5F-2A12-880B-D3D9-654020560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screencast is a recorded video of someone using a system or completing a task on‑screen.</a:t>
            </a:r>
          </a:p>
          <a:p>
            <a:r>
              <a:rPr lang="en-GB" dirty="0"/>
              <a:t>It may include audio commentary or captions.</a:t>
            </a:r>
          </a:p>
          <a:p>
            <a:r>
              <a:rPr lang="en-GB" dirty="0"/>
              <a:t>It shows exactly what the user did and how the system responded.</a:t>
            </a:r>
          </a:p>
        </p:txBody>
      </p:sp>
    </p:spTree>
    <p:extLst>
      <p:ext uri="{BB962C8B-B14F-4D97-AF65-F5344CB8AC3E}">
        <p14:creationId xmlns:p14="http://schemas.microsoft.com/office/powerpoint/2010/main" val="1593432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51300-093E-AE7C-182D-C3D6EC425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screencasts?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190CE-FF40-4C19-4C21-804F59DF5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Capture real user behaviour</a:t>
            </a:r>
          </a:p>
          <a:p>
            <a:r>
              <a:rPr lang="en-GB" dirty="0"/>
              <a:t>Provide visual evidence</a:t>
            </a:r>
          </a:p>
          <a:p>
            <a:r>
              <a:rPr lang="en-GB" dirty="0"/>
              <a:t>Show steps that questionnaires can’t</a:t>
            </a:r>
          </a:p>
          <a:p>
            <a:r>
              <a:rPr lang="en-GB" dirty="0"/>
              <a:t>Help identify errors, misunderstandings, and inefficient actions</a:t>
            </a:r>
          </a:p>
          <a:p>
            <a:r>
              <a:rPr lang="en-GB" dirty="0"/>
              <a:t>Allow repeated review for analysis</a:t>
            </a:r>
          </a:p>
          <a:p>
            <a:r>
              <a:rPr lang="en-GB" dirty="0"/>
              <a:t>Useful for comparing technical and non‑technical users</a:t>
            </a:r>
          </a:p>
          <a:p>
            <a:r>
              <a:rPr lang="en-GB" dirty="0"/>
              <a:t>Or to provide supporting information to go with the questionnaire</a:t>
            </a:r>
          </a:p>
        </p:txBody>
      </p:sp>
    </p:spTree>
    <p:extLst>
      <p:ext uri="{BB962C8B-B14F-4D97-AF65-F5344CB8AC3E}">
        <p14:creationId xmlns:p14="http://schemas.microsoft.com/office/powerpoint/2010/main" val="523050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FF5A7-BF6C-C0AC-30B3-BF3EB15CF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user screencasts show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18071-A543-6332-7F93-D31FB97AA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long tasks take</a:t>
            </a:r>
          </a:p>
          <a:p>
            <a:r>
              <a:rPr lang="en-GB" dirty="0"/>
              <a:t>Where users hesitate</a:t>
            </a:r>
          </a:p>
          <a:p>
            <a:r>
              <a:rPr lang="en-GB" dirty="0" err="1"/>
              <a:t>Missclicks</a:t>
            </a:r>
            <a:r>
              <a:rPr lang="en-GB" dirty="0"/>
              <a:t>, confusion, repeated actions</a:t>
            </a:r>
          </a:p>
          <a:p>
            <a:r>
              <a:rPr lang="en-GB" dirty="0"/>
              <a:t>Unexpected system behaviour</a:t>
            </a:r>
          </a:p>
          <a:p>
            <a:r>
              <a:rPr lang="en-GB" dirty="0"/>
              <a:t>Navigation choices</a:t>
            </a:r>
          </a:p>
          <a:p>
            <a:r>
              <a:rPr lang="en-GB" dirty="0"/>
              <a:t>How instructions are interpreted</a:t>
            </a:r>
          </a:p>
          <a:p>
            <a:r>
              <a:rPr lang="en-GB" dirty="0"/>
              <a:t>Whether the interface supports or hinders task success</a:t>
            </a:r>
          </a:p>
        </p:txBody>
      </p:sp>
    </p:spTree>
    <p:extLst>
      <p:ext uri="{BB962C8B-B14F-4D97-AF65-F5344CB8AC3E}">
        <p14:creationId xmlns:p14="http://schemas.microsoft.com/office/powerpoint/2010/main" val="269120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3CD39-CB84-110C-96D6-C05EDDD5F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Screencasts of non‑technical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9A33F-167E-0CB8-78DB-D4951A8917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45720" indent="0">
              <a:buNone/>
            </a:pPr>
            <a:r>
              <a:rPr lang="en-GB" b="1" dirty="0"/>
              <a:t>Focus:</a:t>
            </a:r>
          </a:p>
          <a:p>
            <a:r>
              <a:rPr lang="en-GB" dirty="0"/>
              <a:t>Using the system naturally; following instructions; locating features.</a:t>
            </a:r>
          </a:p>
          <a:p>
            <a:r>
              <a:rPr lang="en-GB" dirty="0"/>
              <a:t>Used to record what the user does, can support observations</a:t>
            </a:r>
          </a:p>
          <a:p>
            <a:pPr marL="45720" indent="0">
              <a:buNone/>
            </a:pPr>
            <a:r>
              <a:rPr lang="en-GB" b="1" dirty="0"/>
              <a:t>What this reveals:</a:t>
            </a:r>
          </a:p>
          <a:p>
            <a:r>
              <a:rPr lang="en-GB" dirty="0"/>
              <a:t>Usability</a:t>
            </a:r>
          </a:p>
          <a:p>
            <a:r>
              <a:rPr lang="en-GB" dirty="0"/>
              <a:t>Clarity of the interface</a:t>
            </a:r>
          </a:p>
          <a:p>
            <a:r>
              <a:rPr lang="en-GB" dirty="0"/>
              <a:t>Confidence levels</a:t>
            </a:r>
          </a:p>
          <a:p>
            <a:r>
              <a:rPr lang="en-GB" dirty="0"/>
              <a:t>Points of confusion</a:t>
            </a:r>
          </a:p>
          <a:p>
            <a:r>
              <a:rPr lang="en-GB" dirty="0"/>
              <a:t>Whether the user forms wrong assumptions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AB474F-372A-14E3-434E-3046F0CDCC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45720" indent="0">
              <a:buNone/>
            </a:pPr>
            <a:r>
              <a:rPr lang="en-GB" b="1" dirty="0"/>
              <a:t>What to look for:</a:t>
            </a:r>
          </a:p>
          <a:p>
            <a:r>
              <a:rPr lang="en-GB" dirty="0"/>
              <a:t>Do they know where to click first?</a:t>
            </a:r>
          </a:p>
          <a:p>
            <a:r>
              <a:rPr lang="en-GB" dirty="0"/>
              <a:t>Do they search menus randomly?</a:t>
            </a:r>
          </a:p>
          <a:p>
            <a:r>
              <a:rPr lang="en-GB" dirty="0"/>
              <a:t>Do they miss on‑screen cues?</a:t>
            </a:r>
          </a:p>
          <a:p>
            <a:r>
              <a:rPr lang="en-GB" dirty="0"/>
              <a:t>Do they complete the task without support?</a:t>
            </a:r>
          </a:p>
        </p:txBody>
      </p:sp>
    </p:spTree>
    <p:extLst>
      <p:ext uri="{BB962C8B-B14F-4D97-AF65-F5344CB8AC3E}">
        <p14:creationId xmlns:p14="http://schemas.microsoft.com/office/powerpoint/2010/main" val="625186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56D5-150A-A1F6-3B0F-3F6C86995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Screencasts of technical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97A0D-EC78-7D1B-BE32-0CFF68C8F7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en-GB" b="1" dirty="0"/>
              <a:t>Focus:</a:t>
            </a:r>
          </a:p>
          <a:p>
            <a:r>
              <a:rPr lang="en-GB" dirty="0"/>
              <a:t>Understanding logic; spotting structural issues; testing edge cases.</a:t>
            </a:r>
          </a:p>
          <a:p>
            <a:pPr marL="45720" indent="0">
              <a:buNone/>
            </a:pPr>
            <a:r>
              <a:rPr lang="en-GB" b="1" dirty="0"/>
              <a:t>What this reveals:</a:t>
            </a:r>
          </a:p>
          <a:p>
            <a:r>
              <a:rPr lang="en-GB" dirty="0"/>
              <a:t>How the system handles unexpected inputs</a:t>
            </a:r>
          </a:p>
          <a:p>
            <a:r>
              <a:rPr lang="en-GB" dirty="0"/>
              <a:t>Whether logic flows as intended</a:t>
            </a:r>
          </a:p>
          <a:p>
            <a:r>
              <a:rPr lang="en-GB" dirty="0"/>
              <a:t>Performance issues (lag, errors)</a:t>
            </a:r>
          </a:p>
          <a:p>
            <a:r>
              <a:rPr lang="en-GB" dirty="0"/>
              <a:t>Underlying assumptions about data handling</a:t>
            </a:r>
          </a:p>
          <a:p>
            <a:r>
              <a:rPr lang="en-GB" dirty="0"/>
              <a:t>Efficiency of the workflow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68E98F-C7F0-499C-C4D4-B65D88B4CA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en-GB" b="1" dirty="0"/>
              <a:t>What to look for:</a:t>
            </a:r>
          </a:p>
          <a:p>
            <a:r>
              <a:rPr lang="en-GB" dirty="0"/>
              <a:t>Do they deliberately test edge paths?</a:t>
            </a:r>
          </a:p>
          <a:p>
            <a:r>
              <a:rPr lang="en-GB" dirty="0"/>
              <a:t>Do they identify validation gaps?</a:t>
            </a:r>
          </a:p>
          <a:p>
            <a:r>
              <a:rPr lang="en-GB" dirty="0"/>
              <a:t>Do they notice performance flaws?</a:t>
            </a:r>
          </a:p>
          <a:p>
            <a:r>
              <a:rPr lang="en-GB" dirty="0"/>
              <a:t>Do they use features differently from non‑technical users?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9895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8CD3B-2A42-10DC-B2EF-B2DF4F62E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when collecting user screencasts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E507F-2D4E-DA4F-7EAA-61CDC3EBA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Ask users to narrate what they think the system should do</a:t>
            </a:r>
          </a:p>
          <a:p>
            <a:r>
              <a:rPr lang="en-GB" dirty="0"/>
              <a:t>Keep instructions minimal to observe natural behaviour</a:t>
            </a:r>
          </a:p>
          <a:p>
            <a:r>
              <a:rPr lang="en-GB" dirty="0"/>
              <a:t>Ensure audio and visual clarity</a:t>
            </a:r>
          </a:p>
          <a:p>
            <a:r>
              <a:rPr lang="en-GB" dirty="0"/>
              <a:t>Use consistent tasks across users</a:t>
            </a:r>
          </a:p>
          <a:p>
            <a:r>
              <a:rPr lang="en-GB" dirty="0"/>
              <a:t>Record enough user sessions to spot patterns</a:t>
            </a:r>
          </a:p>
          <a:p>
            <a:r>
              <a:rPr lang="en-GB" dirty="0"/>
              <a:t>Store securely</a:t>
            </a:r>
          </a:p>
        </p:txBody>
      </p:sp>
    </p:spTree>
    <p:extLst>
      <p:ext uri="{BB962C8B-B14F-4D97-AF65-F5344CB8AC3E}">
        <p14:creationId xmlns:p14="http://schemas.microsoft.com/office/powerpoint/2010/main" val="155033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18B83-A62C-CE4D-BF19-26820AC36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to review before creating a screencast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FC15-899B-8E71-A83B-8098C4AAE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Who is the user?</a:t>
            </a:r>
          </a:p>
          <a:p>
            <a:r>
              <a:rPr lang="en-GB" dirty="0"/>
              <a:t>What actions should they attempt?</a:t>
            </a:r>
          </a:p>
          <a:p>
            <a:r>
              <a:rPr lang="en-GB" dirty="0"/>
              <a:t>What system behaviour are you testing?</a:t>
            </a:r>
          </a:p>
          <a:p>
            <a:r>
              <a:rPr lang="en-GB" dirty="0"/>
              <a:t>How will the screencast support decisions about improvements?</a:t>
            </a:r>
          </a:p>
          <a:p>
            <a:r>
              <a:rPr lang="en-GB" dirty="0"/>
              <a:t>What evidence is needed for OS assessment?</a:t>
            </a:r>
          </a:p>
        </p:txBody>
      </p:sp>
    </p:spTree>
    <p:extLst>
      <p:ext uri="{BB962C8B-B14F-4D97-AF65-F5344CB8AC3E}">
        <p14:creationId xmlns:p14="http://schemas.microsoft.com/office/powerpoint/2010/main" val="1353875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E4F0-038A-F3CD-CE7E-D785A9659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Screencasts to Support the Questionnaire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9071-2826-DA94-6E4E-1D4E8792F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GB" b="1" dirty="0"/>
              <a:t>Why create a screencast for users?</a:t>
            </a:r>
          </a:p>
          <a:p>
            <a:r>
              <a:rPr lang="en-GB" dirty="0"/>
              <a:t>If users cannot access the prototype directly, a screencast allows them to see the system in action before completing the questionnaire.</a:t>
            </a:r>
          </a:p>
          <a:p>
            <a:r>
              <a:rPr lang="en-GB" dirty="0"/>
              <a:t>This ensures feedback is still evidence‑based and consistent.</a:t>
            </a:r>
          </a:p>
          <a:p>
            <a:pPr marL="45720" indent="0">
              <a:buNone/>
            </a:pPr>
            <a:r>
              <a:rPr lang="en-GB" b="1" dirty="0"/>
              <a:t>Using a screencast helps users to:</a:t>
            </a:r>
          </a:p>
          <a:p>
            <a:r>
              <a:rPr lang="en-GB" dirty="0"/>
              <a:t>Understand the workflow</a:t>
            </a:r>
          </a:p>
          <a:p>
            <a:r>
              <a:rPr lang="en-GB" dirty="0"/>
              <a:t>Observe key features</a:t>
            </a:r>
          </a:p>
          <a:p>
            <a:r>
              <a:rPr lang="en-GB" dirty="0"/>
              <a:t>Identify usability or logic issues</a:t>
            </a:r>
          </a:p>
          <a:p>
            <a:r>
              <a:rPr lang="en-GB" dirty="0"/>
              <a:t>Provide informed responses to closed and open questions</a:t>
            </a:r>
          </a:p>
          <a:p>
            <a:r>
              <a:rPr lang="en-GB" dirty="0"/>
              <a:t>Participate without needing technical access or login credentials</a:t>
            </a:r>
          </a:p>
        </p:txBody>
      </p:sp>
    </p:spTree>
    <p:extLst>
      <p:ext uri="{BB962C8B-B14F-4D97-AF65-F5344CB8AC3E}">
        <p14:creationId xmlns:p14="http://schemas.microsoft.com/office/powerpoint/2010/main" val="2400264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C520D-9972-1FC4-D00B-DEF8931CE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the screencast must show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74C29-E259-3056-09A3-31CCE77EC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To support a meaningful questionnaire, the screencast must cover:</a:t>
            </a:r>
          </a:p>
          <a:p>
            <a:pPr marL="502920" indent="-457200">
              <a:buFont typeface="+mj-lt"/>
              <a:buAutoNum type="arabicPeriod"/>
            </a:pPr>
            <a:r>
              <a:rPr lang="en-GB" dirty="0"/>
              <a:t>The task flow</a:t>
            </a:r>
          </a:p>
          <a:p>
            <a:pPr marL="502920" indent="-457200">
              <a:buFont typeface="+mj-lt"/>
              <a:buAutoNum type="arabicPeriod"/>
            </a:pPr>
            <a:r>
              <a:rPr lang="en-GB" dirty="0"/>
              <a:t>Expected system behaviour</a:t>
            </a:r>
          </a:p>
          <a:p>
            <a:pPr marL="502920" indent="-457200">
              <a:buFont typeface="+mj-lt"/>
              <a:buAutoNum type="arabicPeriod"/>
            </a:pPr>
            <a:r>
              <a:rPr lang="en-GB" dirty="0"/>
              <a:t>Real interactions</a:t>
            </a:r>
          </a:p>
          <a:p>
            <a:pPr marL="502920" indent="-457200">
              <a:buFont typeface="+mj-lt"/>
              <a:buAutoNum type="arabicPeriod"/>
            </a:pPr>
            <a:r>
              <a:rPr lang="en-GB" dirty="0"/>
              <a:t>Enough detail to judge usability</a:t>
            </a:r>
          </a:p>
          <a:p>
            <a:pPr marL="502920" indent="-457200">
              <a:buFont typeface="+mj-lt"/>
              <a:buAutoNum type="arabicPeriod"/>
            </a:pPr>
            <a:endParaRPr lang="en-GB" dirty="0"/>
          </a:p>
          <a:p>
            <a:pPr marL="45720" indent="0">
              <a:buNone/>
            </a:pPr>
            <a:r>
              <a:rPr lang="en-GB" dirty="0"/>
              <a:t>The questionnaire and the screencast </a:t>
            </a:r>
            <a:r>
              <a:rPr lang="en-GB" b="1" dirty="0"/>
              <a:t>must be designed together.</a:t>
            </a:r>
          </a:p>
        </p:txBody>
      </p:sp>
    </p:spTree>
    <p:extLst>
      <p:ext uri="{BB962C8B-B14F-4D97-AF65-F5344CB8AC3E}">
        <p14:creationId xmlns:p14="http://schemas.microsoft.com/office/powerpoint/2010/main" val="2377705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24F35-C748-3DD0-E8E2-F4DA8C2F5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The task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84D90-F1B4-0B37-AA82-EAE966BBE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Start point</a:t>
            </a:r>
          </a:p>
          <a:p>
            <a:r>
              <a:rPr lang="en-GB" dirty="0"/>
              <a:t>Key actions</a:t>
            </a:r>
          </a:p>
          <a:p>
            <a:r>
              <a:rPr lang="en-GB" dirty="0"/>
              <a:t>End point</a:t>
            </a:r>
          </a:p>
          <a:p>
            <a:r>
              <a:rPr lang="en-GB" dirty="0"/>
              <a:t>Any success or error messages</a:t>
            </a:r>
          </a:p>
        </p:txBody>
      </p:sp>
    </p:spTree>
    <p:extLst>
      <p:ext uri="{BB962C8B-B14F-4D97-AF65-F5344CB8AC3E}">
        <p14:creationId xmlns:p14="http://schemas.microsoft.com/office/powerpoint/2010/main" val="4276241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4B4A-5E41-A03B-39E2-5E0D38095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Expected system behaviour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36911-3861-AB9C-0235-7FE54A56A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should happen at each step</a:t>
            </a:r>
          </a:p>
          <a:p>
            <a:r>
              <a:rPr lang="en-GB" dirty="0"/>
              <a:t>Visual cues</a:t>
            </a:r>
          </a:p>
          <a:p>
            <a:r>
              <a:rPr lang="en-GB" dirty="0"/>
              <a:t>Navigation routes</a:t>
            </a:r>
          </a:p>
        </p:txBody>
      </p:sp>
    </p:spTree>
    <p:extLst>
      <p:ext uri="{BB962C8B-B14F-4D97-AF65-F5344CB8AC3E}">
        <p14:creationId xmlns:p14="http://schemas.microsoft.com/office/powerpoint/2010/main" val="3969976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3A9F-BBAD-8E01-1C44-01EE60500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Real interactions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99FFB-4AA8-9826-4137-122DF0B15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Actual clicks</a:t>
            </a:r>
          </a:p>
          <a:p>
            <a:r>
              <a:rPr lang="en-GB" dirty="0"/>
              <a:t>Hover states</a:t>
            </a:r>
          </a:p>
          <a:p>
            <a:r>
              <a:rPr lang="en-GB" dirty="0"/>
              <a:t>Form filling</a:t>
            </a:r>
          </a:p>
          <a:p>
            <a:r>
              <a:rPr lang="en-GB" dirty="0"/>
              <a:t>System responses</a:t>
            </a:r>
          </a:p>
          <a:p>
            <a:r>
              <a:rPr lang="en-GB" dirty="0"/>
              <a:t>Timing (delays, loading, errors)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5180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F100-468D-6E85-41C5-1D2B7E180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Enough detail to judge usability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7CA73-6AB5-FC01-EBF6-D366ED174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Layout</a:t>
            </a:r>
          </a:p>
          <a:p>
            <a:r>
              <a:rPr lang="en-GB" dirty="0"/>
              <a:t>Labelling</a:t>
            </a:r>
          </a:p>
          <a:p>
            <a:r>
              <a:rPr lang="en-GB" dirty="0"/>
              <a:t>Menu structure</a:t>
            </a:r>
          </a:p>
          <a:p>
            <a:r>
              <a:rPr lang="en-GB" dirty="0"/>
              <a:t>Feedback provided to the user</a:t>
            </a:r>
          </a:p>
          <a:p>
            <a:r>
              <a:rPr lang="en-GB" dirty="0"/>
              <a:t>Any unclear or confusing elements</a:t>
            </a:r>
          </a:p>
        </p:txBody>
      </p:sp>
    </p:spTree>
    <p:extLst>
      <p:ext uri="{BB962C8B-B14F-4D97-AF65-F5344CB8AC3E}">
        <p14:creationId xmlns:p14="http://schemas.microsoft.com/office/powerpoint/2010/main" val="2790066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A445-F68F-E075-9C29-8CDD4E67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create an effective screencast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D4186-7105-872C-BF8A-AA1EAE929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en-GB" dirty="0"/>
              <a:t>Plan the scenario</a:t>
            </a:r>
          </a:p>
          <a:p>
            <a:pPr marL="502920" indent="-457200">
              <a:buFont typeface="+mj-lt"/>
              <a:buAutoNum type="arabicPeriod"/>
            </a:pPr>
            <a:r>
              <a:rPr lang="en-GB" dirty="0"/>
              <a:t>Record the core interaction</a:t>
            </a:r>
          </a:p>
          <a:p>
            <a:pPr marL="502920" indent="-457200">
              <a:buFont typeface="+mj-lt"/>
              <a:buAutoNum type="arabicPeriod"/>
            </a:pPr>
            <a:r>
              <a:rPr lang="en-GB" dirty="0"/>
              <a:t>Highlight points the questionnaire asks about </a:t>
            </a:r>
            <a:r>
              <a:rPr lang="en-GB" b="1" dirty="0"/>
              <a:t>(in the same order!)</a:t>
            </a:r>
          </a:p>
          <a:p>
            <a:pPr marL="502920" indent="-457200">
              <a:buFont typeface="+mj-lt"/>
              <a:buAutoNum type="arabicPeriod"/>
            </a:pPr>
            <a:r>
              <a:rPr lang="en-GB" dirty="0"/>
              <a:t>Keep the screencast concise</a:t>
            </a:r>
          </a:p>
        </p:txBody>
      </p:sp>
    </p:spTree>
    <p:extLst>
      <p:ext uri="{BB962C8B-B14F-4D97-AF65-F5344CB8AC3E}">
        <p14:creationId xmlns:p14="http://schemas.microsoft.com/office/powerpoint/2010/main" val="793310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BF3B-DA47-DF65-3D00-408F7C774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Plan the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8505F-3DF4-D0C0-4B69-9CCC3B165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Choose a task that represents the purpose of the prototype.</a:t>
            </a:r>
          </a:p>
          <a:p>
            <a:r>
              <a:rPr lang="en-GB" dirty="0"/>
              <a:t>Keep it simple and realistic so users can follow it without interacting themselves.</a:t>
            </a:r>
          </a:p>
          <a:p>
            <a:pPr marL="45720" indent="0">
              <a:buNone/>
            </a:pPr>
            <a:r>
              <a:rPr lang="en-GB" b="1" dirty="0"/>
              <a:t>Decide:</a:t>
            </a:r>
          </a:p>
          <a:p>
            <a:r>
              <a:rPr lang="en-GB" dirty="0"/>
              <a:t>What task you will demonstrate</a:t>
            </a:r>
          </a:p>
          <a:p>
            <a:r>
              <a:rPr lang="en-GB" dirty="0"/>
              <a:t>What outcome you want the viewer to assess</a:t>
            </a:r>
          </a:p>
          <a:p>
            <a:r>
              <a:rPr lang="en-GB" dirty="0"/>
              <a:t>Which questionnaire questions this screencast will support</a:t>
            </a:r>
          </a:p>
        </p:txBody>
      </p:sp>
    </p:spTree>
    <p:extLst>
      <p:ext uri="{BB962C8B-B14F-4D97-AF65-F5344CB8AC3E}">
        <p14:creationId xmlns:p14="http://schemas.microsoft.com/office/powerpoint/2010/main" val="184801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6C344-F6E4-375B-67A7-BA594C6C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Record the core interaction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A7190-852D-2813-1F05-7D65B3D5A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When recording: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303364-18CD-5175-8EF6-9D9FC16AFA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Capture the full screen</a:t>
            </a:r>
          </a:p>
          <a:p>
            <a:r>
              <a:rPr lang="en-GB" dirty="0"/>
              <a:t>Keep the cursor movements clear and intentional</a:t>
            </a:r>
          </a:p>
          <a:p>
            <a:r>
              <a:rPr lang="en-GB" dirty="0"/>
              <a:t>Use slow, deliberate actions</a:t>
            </a:r>
          </a:p>
          <a:p>
            <a:r>
              <a:rPr lang="en-GB" dirty="0"/>
              <a:t>Avoid jumping between windows</a:t>
            </a:r>
          </a:p>
          <a:p>
            <a:r>
              <a:rPr lang="en-GB" dirty="0"/>
              <a:t>Ensure text and buttons are readable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4D44EC-E4ED-5870-42A0-673A4247F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Optional but helpful: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12D521E-FA74-98ED-22CC-31786CC3297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Add spoken narration</a:t>
            </a:r>
          </a:p>
          <a:p>
            <a:r>
              <a:rPr lang="en-GB" dirty="0"/>
              <a:t>Add on‑screen captions for clarity</a:t>
            </a:r>
          </a:p>
          <a:p>
            <a:r>
              <a:rPr lang="en-GB" dirty="0"/>
              <a:t>Zoom briefly on key UI elements</a:t>
            </a:r>
          </a:p>
        </p:txBody>
      </p:sp>
    </p:spTree>
    <p:extLst>
      <p:ext uri="{BB962C8B-B14F-4D97-AF65-F5344CB8AC3E}">
        <p14:creationId xmlns:p14="http://schemas.microsoft.com/office/powerpoint/2010/main" val="4087074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6462A-65C1-0AA5-5C39-AC2A978B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Highlight points the questionnaire asks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31BB2-456B-6D64-7187-24E98C9D1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GB" dirty="0"/>
              <a:t>If the questionnaire includes questions on usability, clarity, or task difficulty, make sure these appear clearly.</a:t>
            </a:r>
          </a:p>
          <a:p>
            <a:pPr marL="45720" indent="0">
              <a:buNone/>
            </a:pPr>
            <a:r>
              <a:rPr lang="en-GB" dirty="0"/>
              <a:t>If the questionnaire asks, “Were the instructions clear?”, show:</a:t>
            </a:r>
          </a:p>
          <a:p>
            <a:r>
              <a:rPr lang="en-GB" dirty="0"/>
              <a:t>Where instructions appear</a:t>
            </a:r>
          </a:p>
          <a:p>
            <a:r>
              <a:rPr lang="en-GB" dirty="0"/>
              <a:t>How the system guides the user</a:t>
            </a:r>
          </a:p>
          <a:p>
            <a:r>
              <a:rPr lang="en-GB" dirty="0"/>
              <a:t>Any warnings, prompts, or tooltips</a:t>
            </a:r>
          </a:p>
          <a:p>
            <a:pPr marL="45720" indent="0">
              <a:buNone/>
            </a:pPr>
            <a:r>
              <a:rPr lang="en-GB" dirty="0"/>
              <a:t>If the questionnaire asks, “Did the logic handle inputs correctly?”, include:</a:t>
            </a:r>
          </a:p>
          <a:p>
            <a:r>
              <a:rPr lang="en-GB" dirty="0"/>
              <a:t>Valid and invalid inputs</a:t>
            </a:r>
          </a:p>
          <a:p>
            <a:r>
              <a:rPr lang="en-GB" dirty="0"/>
              <a:t>Error handling</a:t>
            </a:r>
          </a:p>
          <a:p>
            <a:r>
              <a:rPr lang="en-GB" dirty="0"/>
              <a:t>Any validation messages</a:t>
            </a:r>
          </a:p>
        </p:txBody>
      </p:sp>
    </p:spTree>
    <p:extLst>
      <p:ext uri="{BB962C8B-B14F-4D97-AF65-F5344CB8AC3E}">
        <p14:creationId xmlns:p14="http://schemas.microsoft.com/office/powerpoint/2010/main" val="2731146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0A927-BAEB-56B2-4B87-407D60E1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Keep the screencast concise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63270-BFD3-B21B-3D2E-412340387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Ideal length: 1–3 minutes</a:t>
            </a:r>
          </a:p>
          <a:p>
            <a:r>
              <a:rPr lang="en-GB" dirty="0"/>
              <a:t>Enough to provide evidence, but not overwhelming.</a:t>
            </a:r>
          </a:p>
          <a:p>
            <a:pPr marL="45720" indent="0">
              <a:buNone/>
            </a:pPr>
            <a:r>
              <a:rPr lang="en-GB" dirty="0"/>
              <a:t>Remove:</a:t>
            </a:r>
          </a:p>
          <a:p>
            <a:r>
              <a:rPr lang="en-GB" dirty="0"/>
              <a:t>Long pauses</a:t>
            </a:r>
          </a:p>
          <a:p>
            <a:r>
              <a:rPr lang="en-GB" dirty="0"/>
              <a:t>Unnecessary commentary</a:t>
            </a:r>
          </a:p>
          <a:p>
            <a:r>
              <a:rPr lang="en-GB" dirty="0"/>
              <a:t>Repetitive steps</a:t>
            </a:r>
          </a:p>
        </p:txBody>
      </p:sp>
    </p:spTree>
    <p:extLst>
      <p:ext uri="{BB962C8B-B14F-4D97-AF65-F5344CB8AC3E}">
        <p14:creationId xmlns:p14="http://schemas.microsoft.com/office/powerpoint/2010/main" val="1745866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AA258-E03C-1848-258A-877633318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users should focus on when watching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A84FF-B372-D685-0B7D-F360BBEB4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GB" dirty="0"/>
              <a:t>You can include a brief prompt before the questionnaire, such as:</a:t>
            </a:r>
          </a:p>
          <a:p>
            <a:r>
              <a:rPr lang="en-GB" dirty="0"/>
              <a:t>“While watching the screencast, note whether the system is clear, easy to follow, and behaves as you expect at each step.”</a:t>
            </a:r>
          </a:p>
          <a:p>
            <a:pPr marL="45720" indent="0">
              <a:buNone/>
            </a:pPr>
            <a:r>
              <a:rPr lang="en-GB" dirty="0"/>
              <a:t>Users should look for:</a:t>
            </a:r>
          </a:p>
          <a:p>
            <a:r>
              <a:rPr lang="en-GB" dirty="0"/>
              <a:t>Confusing steps</a:t>
            </a:r>
          </a:p>
          <a:p>
            <a:r>
              <a:rPr lang="en-GB" dirty="0"/>
              <a:t>Slow or unclear interactions</a:t>
            </a:r>
          </a:p>
          <a:p>
            <a:r>
              <a:rPr lang="en-GB" dirty="0"/>
              <a:t>Unexpected system behaviour</a:t>
            </a:r>
          </a:p>
          <a:p>
            <a:r>
              <a:rPr lang="en-GB" dirty="0"/>
              <a:t>Points where they would hesitate</a:t>
            </a:r>
          </a:p>
          <a:p>
            <a:r>
              <a:rPr lang="en-GB" dirty="0"/>
              <a:t>Any features that seem missing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20081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CE5A-09A5-219D-1A1C-FCFB8A99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DD642-02F3-8EDC-24C3-9EF751428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OBS or Teams</a:t>
            </a:r>
          </a:p>
          <a:p>
            <a:r>
              <a:rPr lang="en-GB" dirty="0"/>
              <a:t>Canva or another video editor</a:t>
            </a:r>
          </a:p>
        </p:txBody>
      </p:sp>
    </p:spTree>
    <p:extLst>
      <p:ext uri="{BB962C8B-B14F-4D97-AF65-F5344CB8AC3E}">
        <p14:creationId xmlns:p14="http://schemas.microsoft.com/office/powerpoint/2010/main" val="1546245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0AE59-2C4E-D730-ADA3-324CBE11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323FE0-DFB0-4368-A3C2-FC1402A9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4BCA77F-6A46-46C1-822E-DF8DB6F0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A566188-DA61-435D-B7D6-F237748F1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CDD208-D64E-4053-BB7E-A9CF89D12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E969D-A62D-CC02-A72B-AD09B950C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67" y="863364"/>
            <a:ext cx="6657476" cy="5126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1" dirty="0">
                <a:solidFill>
                  <a:srgbClr val="FFFFFF"/>
                </a:solidFill>
              </a:rPr>
              <a:t>Observations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35259-6253-3000-C7EC-810889DBE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52941" y="863364"/>
            <a:ext cx="3082986" cy="51204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93C2A17-5343-41E9-BE0B-BFA49AFA1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961243" y="2054826"/>
            <a:ext cx="0" cy="27432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1749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270CC-CE72-0E51-3984-1D5E98E6A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observations?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1EA12-3067-4CE8-7CDF-392A56C3F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GB" dirty="0"/>
              <a:t>Observations involve watching a user interact with a system or prototype in real time.</a:t>
            </a:r>
          </a:p>
          <a:p>
            <a:r>
              <a:rPr lang="en-GB" dirty="0"/>
              <a:t>The goal is to record what the user actually does, not what they say they do.</a:t>
            </a:r>
          </a:p>
          <a:p>
            <a:pPr marL="45720" indent="0">
              <a:buNone/>
            </a:pPr>
            <a:r>
              <a:rPr lang="en-GB" dirty="0"/>
              <a:t>Observations capture:</a:t>
            </a:r>
          </a:p>
          <a:p>
            <a:r>
              <a:rPr lang="en-GB" dirty="0"/>
              <a:t>Behaviour</a:t>
            </a:r>
          </a:p>
          <a:p>
            <a:r>
              <a:rPr lang="en-GB" dirty="0"/>
              <a:t>Navigation choices</a:t>
            </a:r>
          </a:p>
          <a:p>
            <a:r>
              <a:rPr lang="en-GB" dirty="0"/>
              <a:t>Confusion points</a:t>
            </a:r>
          </a:p>
          <a:p>
            <a:r>
              <a:rPr lang="en-GB" dirty="0"/>
              <a:t>Success/failure moments</a:t>
            </a:r>
          </a:p>
          <a:p>
            <a:r>
              <a:rPr lang="en-GB" dirty="0"/>
              <a:t>Emotional responses (frustration, confidence, hesitation)</a:t>
            </a:r>
          </a:p>
        </p:txBody>
      </p:sp>
    </p:spTree>
    <p:extLst>
      <p:ext uri="{BB962C8B-B14F-4D97-AF65-F5344CB8AC3E}">
        <p14:creationId xmlns:p14="http://schemas.microsoft.com/office/powerpoint/2010/main" val="2267588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0C63-754B-F21D-9C74-37C3FE57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observations?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4DAB-33CD-6CF7-6DC7-B8607BB92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GB" dirty="0"/>
              <a:t>Observations allow you to see authentic user behaviour that surveys alone won’t reveal.</a:t>
            </a:r>
          </a:p>
          <a:p>
            <a:pPr marL="45720" indent="0">
              <a:buNone/>
            </a:pPr>
            <a:r>
              <a:rPr lang="en-GB" dirty="0"/>
              <a:t>They help you:</a:t>
            </a:r>
          </a:p>
          <a:p>
            <a:r>
              <a:rPr lang="en-GB" dirty="0"/>
              <a:t>Identify usability issues quickly</a:t>
            </a:r>
          </a:p>
          <a:p>
            <a:r>
              <a:rPr lang="en-GB" dirty="0"/>
              <a:t>Understand how users interpret the interface</a:t>
            </a:r>
          </a:p>
          <a:p>
            <a:r>
              <a:rPr lang="en-GB" dirty="0"/>
              <a:t>Spot mismatches between system design and user expectations</a:t>
            </a:r>
          </a:p>
          <a:p>
            <a:r>
              <a:rPr lang="en-GB" dirty="0"/>
              <a:t>Collect unbiased evidence (users don’t always self‑report accurately)</a:t>
            </a:r>
          </a:p>
          <a:p>
            <a:r>
              <a:rPr lang="en-GB" dirty="0"/>
              <a:t>Validate or challenge questionnaire responses</a:t>
            </a:r>
          </a:p>
          <a:p>
            <a:r>
              <a:rPr lang="en-GB" dirty="0"/>
              <a:t>Gather rich qualitative data</a:t>
            </a:r>
          </a:p>
        </p:txBody>
      </p:sp>
    </p:spTree>
    <p:extLst>
      <p:ext uri="{BB962C8B-B14F-4D97-AF65-F5344CB8AC3E}">
        <p14:creationId xmlns:p14="http://schemas.microsoft.com/office/powerpoint/2010/main" val="621334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C4061-3B33-962A-B96D-9488AA6D7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A886A-7A9C-043D-AEC6-9C5A1BC16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3B8B0-B654-0EB9-75E3-44F589D43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en-GB" dirty="0"/>
              <a:t>Direct observation</a:t>
            </a:r>
          </a:p>
          <a:p>
            <a:pPr marL="502920" indent="-457200">
              <a:buFont typeface="+mj-lt"/>
              <a:buAutoNum type="arabicPeriod"/>
            </a:pPr>
            <a:r>
              <a:rPr lang="en-GB" dirty="0"/>
              <a:t>Indirect observation</a:t>
            </a:r>
          </a:p>
          <a:p>
            <a:pPr marL="502920" indent="-45720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5400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64FBA-569A-CC7B-D2DD-7EE358FD3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Direct 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C9F-16BB-9974-E114-34B9A81BA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The observer watches the user in real time while the user completes the task.</a:t>
            </a:r>
          </a:p>
          <a:p>
            <a:pPr marL="45720" indent="0">
              <a:buNone/>
            </a:pPr>
            <a:r>
              <a:rPr lang="en-GB" dirty="0"/>
              <a:t>The observer takes notes without interfering.</a:t>
            </a:r>
          </a:p>
          <a:p>
            <a:pPr marL="45720" indent="0">
              <a:buNone/>
            </a:pPr>
            <a:r>
              <a:rPr lang="en-GB" dirty="0"/>
              <a:t>Suitable for:</a:t>
            </a:r>
          </a:p>
          <a:p>
            <a:r>
              <a:rPr lang="en-GB" dirty="0"/>
              <a:t>Usability</a:t>
            </a:r>
          </a:p>
          <a:p>
            <a:r>
              <a:rPr lang="en-GB" dirty="0"/>
              <a:t>Task flow</a:t>
            </a:r>
          </a:p>
          <a:p>
            <a:r>
              <a:rPr lang="en-GB" dirty="0"/>
              <a:t>Identifying confusion points</a:t>
            </a:r>
          </a:p>
          <a:p>
            <a:r>
              <a:rPr lang="en-GB" dirty="0"/>
              <a:t>Behavioural patterns</a:t>
            </a:r>
          </a:p>
        </p:txBody>
      </p:sp>
    </p:spTree>
    <p:extLst>
      <p:ext uri="{BB962C8B-B14F-4D97-AF65-F5344CB8AC3E}">
        <p14:creationId xmlns:p14="http://schemas.microsoft.com/office/powerpoint/2010/main" val="3622841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99EE1-FF99-9772-1E17-9A42777C1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Indirect observation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CDABE-6C60-8F7D-6CF3-11781DB7C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GB" dirty="0"/>
              <a:t>The observer reviews a recording (e.g., screencast or session capture) instead of watching live.</a:t>
            </a:r>
          </a:p>
          <a:p>
            <a:pPr marL="45720" indent="0">
              <a:buNone/>
            </a:pPr>
            <a:r>
              <a:rPr lang="en-GB" dirty="0"/>
              <a:t>Suitable when:</a:t>
            </a:r>
          </a:p>
          <a:p>
            <a:r>
              <a:rPr lang="en-GB" dirty="0"/>
              <a:t>The user cannot attend in person</a:t>
            </a:r>
          </a:p>
          <a:p>
            <a:r>
              <a:rPr lang="en-GB" dirty="0"/>
              <a:t>You want to replay moments</a:t>
            </a:r>
          </a:p>
          <a:p>
            <a:r>
              <a:rPr lang="en-GB" dirty="0"/>
              <a:t>You need consistent evidence across all assessors</a:t>
            </a:r>
          </a:p>
          <a:p>
            <a:endParaRPr lang="en-GB" dirty="0"/>
          </a:p>
          <a:p>
            <a:r>
              <a:rPr lang="en-GB" dirty="0"/>
              <a:t>This links directly to the screencast method.</a:t>
            </a:r>
          </a:p>
        </p:txBody>
      </p:sp>
    </p:spTree>
    <p:extLst>
      <p:ext uri="{BB962C8B-B14F-4D97-AF65-F5344CB8AC3E}">
        <p14:creationId xmlns:p14="http://schemas.microsoft.com/office/powerpoint/2010/main" val="27330572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18B81-1775-EEB3-2459-D437EECE0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behaviour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5E654-E310-6C52-1F20-D0F62BB2A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Where the user hesitates</a:t>
            </a:r>
          </a:p>
          <a:p>
            <a:r>
              <a:rPr lang="en-GB" dirty="0"/>
              <a:t>Whether the user skims, reads, or ignores instructions</a:t>
            </a:r>
          </a:p>
          <a:p>
            <a:r>
              <a:rPr lang="en-GB" dirty="0"/>
              <a:t>The order in which elements are clicked</a:t>
            </a:r>
          </a:p>
          <a:p>
            <a:r>
              <a:rPr lang="en-GB" dirty="0"/>
              <a:t>Whether they take logical or unexpected routes</a:t>
            </a:r>
          </a:p>
          <a:p>
            <a:r>
              <a:rPr lang="en-GB" dirty="0"/>
              <a:t>Signs of confusion (hovering, repeating, scanning menus)</a:t>
            </a:r>
          </a:p>
        </p:txBody>
      </p:sp>
    </p:spTree>
    <p:extLst>
      <p:ext uri="{BB962C8B-B14F-4D97-AF65-F5344CB8AC3E}">
        <p14:creationId xmlns:p14="http://schemas.microsoft.com/office/powerpoint/2010/main" val="14915134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2956F-C2DB-0B88-32CC-45BCE1841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behaviour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F602C-CB2B-BA1B-E3A9-D8A86C0B7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Errors</a:t>
            </a:r>
          </a:p>
          <a:p>
            <a:r>
              <a:rPr lang="en-GB" dirty="0"/>
              <a:t>Slow responses</a:t>
            </a:r>
          </a:p>
          <a:p>
            <a:r>
              <a:rPr lang="en-GB" dirty="0"/>
              <a:t>Unclear feedback</a:t>
            </a:r>
          </a:p>
          <a:p>
            <a:r>
              <a:rPr lang="en-GB" dirty="0"/>
              <a:t>Layout issues</a:t>
            </a:r>
          </a:p>
          <a:p>
            <a:r>
              <a:rPr lang="en-GB" dirty="0"/>
              <a:t>Visual cues users miss</a:t>
            </a:r>
          </a:p>
        </p:txBody>
      </p:sp>
    </p:spTree>
    <p:extLst>
      <p:ext uri="{BB962C8B-B14F-4D97-AF65-F5344CB8AC3E}">
        <p14:creationId xmlns:p14="http://schemas.microsoft.com/office/powerpoint/2010/main" val="30150835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33F3-CFC7-7776-E86F-7227F90EA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completion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1A64B-AF30-B9E2-DF7D-F7D213660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Whether the user succeeds</a:t>
            </a:r>
          </a:p>
          <a:p>
            <a:r>
              <a:rPr lang="en-GB" dirty="0"/>
              <a:t>How long it takes</a:t>
            </a:r>
          </a:p>
          <a:p>
            <a:r>
              <a:rPr lang="en-GB" dirty="0"/>
              <a:t>How many attempts</a:t>
            </a:r>
          </a:p>
          <a:p>
            <a:r>
              <a:rPr lang="en-GB" dirty="0"/>
              <a:t>Points where help might be needed</a:t>
            </a:r>
          </a:p>
        </p:txBody>
      </p:sp>
    </p:spTree>
    <p:extLst>
      <p:ext uri="{BB962C8B-B14F-4D97-AF65-F5344CB8AC3E}">
        <p14:creationId xmlns:p14="http://schemas.microsoft.com/office/powerpoint/2010/main" val="2901953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F50E-0689-1920-535A-1E39EB58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Observations for non‑technical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D9F97-5D1B-371A-1E1B-316C39B9BF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GB" dirty="0"/>
              <a:t>Non‑technical users work from a pure usability perspective.</a:t>
            </a:r>
          </a:p>
          <a:p>
            <a:pPr marL="45720" indent="0">
              <a:buNone/>
            </a:pPr>
            <a:r>
              <a:rPr lang="en-GB" dirty="0"/>
              <a:t>Observations reveal:</a:t>
            </a:r>
          </a:p>
          <a:p>
            <a:r>
              <a:rPr lang="en-GB" dirty="0"/>
              <a:t>Whether the user knows where to start</a:t>
            </a:r>
          </a:p>
          <a:p>
            <a:r>
              <a:rPr lang="en-GB" dirty="0"/>
              <a:t>If the design feels intuitive</a:t>
            </a:r>
          </a:p>
          <a:p>
            <a:r>
              <a:rPr lang="en-GB" dirty="0"/>
              <a:t>Whether instructions are clear enough</a:t>
            </a:r>
          </a:p>
          <a:p>
            <a:r>
              <a:rPr lang="en-GB" dirty="0"/>
              <a:t>Where the user gets stuck</a:t>
            </a:r>
          </a:p>
          <a:p>
            <a:r>
              <a:rPr lang="en-GB" dirty="0"/>
              <a:t>Whether they rely on guesswork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684CC-CB61-750D-1516-8D89D6B283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GB" dirty="0"/>
              <a:t>Look for:</a:t>
            </a:r>
          </a:p>
          <a:p>
            <a:r>
              <a:rPr lang="en-GB" dirty="0"/>
              <a:t>Repeated clicks</a:t>
            </a:r>
          </a:p>
          <a:p>
            <a:r>
              <a:rPr lang="en-GB" dirty="0"/>
              <a:t>Menu scanning</a:t>
            </a:r>
          </a:p>
          <a:p>
            <a:r>
              <a:rPr lang="en-GB" dirty="0"/>
              <a:t>Hovering without action</a:t>
            </a:r>
          </a:p>
          <a:p>
            <a:r>
              <a:rPr lang="en-GB" dirty="0"/>
              <a:t>Misinterpreting labels or icons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43355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E00FC0-DDDE-2F08-3D8F-968C12F91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Observations for technical users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1D2A16-3340-1256-03E8-380BE92852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GB" dirty="0"/>
              <a:t>Technical users may explore deeper behaviour or edge cases.</a:t>
            </a:r>
          </a:p>
          <a:p>
            <a:pPr marL="45720" indent="0">
              <a:buNone/>
            </a:pPr>
            <a:r>
              <a:rPr lang="en-GB" dirty="0"/>
              <a:t>Observations reveal:</a:t>
            </a:r>
          </a:p>
          <a:p>
            <a:r>
              <a:rPr lang="en-GB" dirty="0"/>
              <a:t>Logic weaknesses</a:t>
            </a:r>
          </a:p>
          <a:p>
            <a:r>
              <a:rPr lang="en-GB" dirty="0"/>
              <a:t>Validation failures</a:t>
            </a:r>
          </a:p>
          <a:p>
            <a:r>
              <a:rPr lang="en-GB" dirty="0"/>
              <a:t>Performance issues</a:t>
            </a:r>
          </a:p>
          <a:p>
            <a:r>
              <a:rPr lang="en-GB" dirty="0"/>
              <a:t>Unclear or inconsistent design</a:t>
            </a:r>
          </a:p>
          <a:p>
            <a:r>
              <a:rPr lang="en-GB" dirty="0"/>
              <a:t>Assumptions the system makes about inputs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BEBFE9-24C9-DE80-E01E-AD25ECE9DC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GB" dirty="0"/>
              <a:t>Look for:</a:t>
            </a:r>
          </a:p>
          <a:p>
            <a:r>
              <a:rPr lang="en-GB" dirty="0"/>
              <a:t>Deliberate testing of unusual paths</a:t>
            </a:r>
          </a:p>
          <a:p>
            <a:r>
              <a:rPr lang="en-GB" dirty="0"/>
              <a:t>Attempts to break the system</a:t>
            </a:r>
          </a:p>
          <a:p>
            <a:r>
              <a:rPr lang="en-GB" dirty="0"/>
              <a:t>Responses to unexpected inputs</a:t>
            </a:r>
          </a:p>
          <a:p>
            <a:r>
              <a:rPr lang="en-GB" dirty="0"/>
              <a:t>Comments about structure, flow, or data</a:t>
            </a:r>
          </a:p>
        </p:txBody>
      </p:sp>
    </p:spTree>
    <p:extLst>
      <p:ext uri="{BB962C8B-B14F-4D97-AF65-F5344CB8AC3E}">
        <p14:creationId xmlns:p14="http://schemas.microsoft.com/office/powerpoint/2010/main" val="36052847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B10E6-162E-2075-B77E-DE171FE6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for conducting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59EDF-83F9-2713-C61B-A2573B0C3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 not lead the user or explain anything once the task begins</a:t>
            </a:r>
          </a:p>
          <a:p>
            <a:r>
              <a:rPr lang="en-GB" dirty="0"/>
              <a:t>Keep instructions short and neutral</a:t>
            </a:r>
          </a:p>
          <a:p>
            <a:r>
              <a:rPr lang="en-GB" dirty="0"/>
              <a:t>Stay silent unless safety or safeguarding requires intervention</a:t>
            </a:r>
          </a:p>
          <a:p>
            <a:r>
              <a:rPr lang="en-GB" dirty="0"/>
              <a:t>Use a consistent observation sheet or template</a:t>
            </a:r>
          </a:p>
          <a:p>
            <a:r>
              <a:rPr lang="en-GB" dirty="0"/>
              <a:t>Focus on behaviour, not personal judgement</a:t>
            </a:r>
          </a:p>
          <a:p>
            <a:r>
              <a:rPr lang="en-GB" dirty="0"/>
              <a:t>Capture time‑stamped notes where possible</a:t>
            </a:r>
          </a:p>
          <a:p>
            <a:r>
              <a:rPr lang="en-GB" dirty="0"/>
              <a:t>Store notes in line with DPDD and organisational data handling policies</a:t>
            </a:r>
          </a:p>
        </p:txBody>
      </p:sp>
    </p:spTree>
    <p:extLst>
      <p:ext uri="{BB962C8B-B14F-4D97-AF65-F5344CB8AC3E}">
        <p14:creationId xmlns:p14="http://schemas.microsoft.com/office/powerpoint/2010/main" val="27553398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96C6-26EB-4A7B-44D0-9C4C752E5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observations support the questionnaire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CAD-431D-A1ED-42FA-A7208FD31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Observations allow you to:</a:t>
            </a:r>
          </a:p>
          <a:p>
            <a:r>
              <a:rPr lang="en-GB" dirty="0"/>
              <a:t>Compare what users say (questionnaire) with what they do (observations)</a:t>
            </a:r>
          </a:p>
          <a:p>
            <a:r>
              <a:rPr lang="en-GB" dirty="0"/>
              <a:t>Validate findings across multiple methods</a:t>
            </a:r>
          </a:p>
          <a:p>
            <a:r>
              <a:rPr lang="en-GB" dirty="0"/>
              <a:t>Identify reasons behind certain answers</a:t>
            </a:r>
          </a:p>
          <a:p>
            <a:r>
              <a:rPr lang="en-GB" dirty="0"/>
              <a:t>Make evidence‑based suggestions for improvements</a:t>
            </a:r>
          </a:p>
          <a:p>
            <a:r>
              <a:rPr lang="en-GB" dirty="0"/>
              <a:t>Build a balanced picture of usability and logic performance</a:t>
            </a:r>
          </a:p>
        </p:txBody>
      </p:sp>
    </p:spTree>
    <p:extLst>
      <p:ext uri="{BB962C8B-B14F-4D97-AF65-F5344CB8AC3E}">
        <p14:creationId xmlns:p14="http://schemas.microsoft.com/office/powerpoint/2010/main" val="2765738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9FDF-985B-E1EA-CA43-B7EED185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Before carrying out observations, ask: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D2CC0-DB09-70E0-ABE9-E0DA7ED1E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Who is the user?</a:t>
            </a:r>
          </a:p>
          <a:p>
            <a:r>
              <a:rPr lang="en-GB" dirty="0"/>
              <a:t>What task are they completing?</a:t>
            </a:r>
          </a:p>
          <a:p>
            <a:r>
              <a:rPr lang="en-GB" dirty="0"/>
              <a:t>What evidence do I need for assessment?</a:t>
            </a:r>
          </a:p>
          <a:p>
            <a:r>
              <a:rPr lang="en-GB" dirty="0"/>
              <a:t>What behaviours am I looking for?</a:t>
            </a:r>
          </a:p>
          <a:p>
            <a:r>
              <a:rPr lang="en-GB" dirty="0"/>
              <a:t>How will the observation link to the questionnaire and screencast?</a:t>
            </a:r>
          </a:p>
        </p:txBody>
      </p:sp>
    </p:spTree>
    <p:extLst>
      <p:ext uri="{BB962C8B-B14F-4D97-AF65-F5344CB8AC3E}">
        <p14:creationId xmlns:p14="http://schemas.microsoft.com/office/powerpoint/2010/main" val="1062905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D9B9C-0BFA-8A17-8759-D04F975A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Observation Checklists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95C54-0773-84EF-221C-F0097CBE3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Look at the observation checklist now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80798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BE0671-703C-3A32-5D99-681616E58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0C4F1C3-3ADD-491F-8C66-57912A242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323FE0-DFB0-4368-A3C2-FC1402A98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4BCA77F-6A46-46C1-822E-DF8DB6F08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8A566188-DA61-435D-B7D6-F237748F1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CDD208-D64E-4053-BB7E-A9CF89D12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2EBA3-FB94-52F3-A883-AF01F45F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467" y="863364"/>
            <a:ext cx="6657476" cy="5126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1" dirty="0">
                <a:solidFill>
                  <a:srgbClr val="FFFFFF"/>
                </a:solidFill>
              </a:rPr>
              <a:t>Paired Coding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06814-233E-008E-DB30-C87E99D544BA}"/>
              </a:ext>
            </a:extLst>
          </p:cNvPr>
          <p:cNvSpPr>
            <a:spLocks noGrp="1"/>
          </p:cNvSpPr>
          <p:nvPr>
            <p:ph type="body" idx="1"/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8352941" y="863364"/>
            <a:ext cx="3082986" cy="51204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93C2A17-5343-41E9-BE0B-BFA49AFA1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961243" y="2054826"/>
            <a:ext cx="0" cy="27432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1046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3613-DE02-E612-DC12-0DF0240B9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paired coding review?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A8D43-6AFE-2974-15BE-0875F5428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" indent="0">
              <a:buNone/>
            </a:pPr>
            <a:r>
              <a:rPr lang="en-GB" dirty="0"/>
              <a:t>A paired coding review is when two people sit together and examine the code behind a prototype or system.</a:t>
            </a:r>
          </a:p>
          <a:p>
            <a:pPr marL="45720" indent="0">
              <a:buNone/>
            </a:pPr>
            <a:r>
              <a:rPr lang="en-GB" dirty="0"/>
              <a:t>One person explains the code, and the other asks questions, challenges logic, and checks understanding.</a:t>
            </a:r>
          </a:p>
          <a:p>
            <a:pPr marL="45720" indent="0">
              <a:buNone/>
            </a:pPr>
            <a:r>
              <a:rPr lang="en-GB" dirty="0"/>
              <a:t>It provides a structured way to test:</a:t>
            </a:r>
          </a:p>
          <a:p>
            <a:r>
              <a:rPr lang="en-GB" dirty="0"/>
              <a:t>Logic</a:t>
            </a:r>
          </a:p>
          <a:p>
            <a:r>
              <a:rPr lang="en-GB" dirty="0"/>
              <a:t>Validation</a:t>
            </a:r>
          </a:p>
          <a:p>
            <a:r>
              <a:rPr lang="en-GB" dirty="0"/>
              <a:t>Data handling</a:t>
            </a:r>
          </a:p>
          <a:p>
            <a:r>
              <a:rPr lang="en-GB" dirty="0"/>
              <a:t>Efficiency</a:t>
            </a:r>
          </a:p>
          <a:p>
            <a:r>
              <a:rPr lang="en-GB" dirty="0"/>
              <a:t>Code structure and clarity</a:t>
            </a:r>
          </a:p>
          <a:p>
            <a:r>
              <a:rPr lang="en-GB" dirty="0"/>
              <a:t>Error management</a:t>
            </a:r>
          </a:p>
          <a:p>
            <a:r>
              <a:rPr lang="en-GB" dirty="0"/>
              <a:t>Assumptions the developer has made</a:t>
            </a:r>
          </a:p>
          <a:p>
            <a:pPr marL="45720" indent="0">
              <a:buNone/>
            </a:pPr>
            <a:r>
              <a:rPr lang="en-GB" dirty="0"/>
              <a:t>This method works only when the user has access to the code.</a:t>
            </a:r>
          </a:p>
        </p:txBody>
      </p:sp>
    </p:spTree>
    <p:extLst>
      <p:ext uri="{BB962C8B-B14F-4D97-AF65-F5344CB8AC3E}">
        <p14:creationId xmlns:p14="http://schemas.microsoft.com/office/powerpoint/2010/main" val="9890450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88DA7-2D45-5994-854A-85815E493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4B98-CDE1-5333-8288-A57285D39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paired coding reviews?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458DF-1E80-F790-BE79-24E35D0C7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" indent="0">
              <a:buNone/>
            </a:pPr>
            <a:r>
              <a:rPr lang="en-GB" dirty="0"/>
              <a:t>Paired coding reviews help you collect evidence about the quality of the underlying solution — not just the interface.</a:t>
            </a:r>
          </a:p>
          <a:p>
            <a:pPr marL="45720" indent="0">
              <a:buNone/>
            </a:pPr>
            <a:r>
              <a:rPr lang="en-GB" dirty="0"/>
              <a:t>They allow you to:</a:t>
            </a:r>
          </a:p>
          <a:p>
            <a:r>
              <a:rPr lang="en-GB" dirty="0"/>
              <a:t>Identify mistakes in logic</a:t>
            </a:r>
          </a:p>
          <a:p>
            <a:r>
              <a:rPr lang="en-GB" dirty="0"/>
              <a:t>Find errors that do not appear during basic testing</a:t>
            </a:r>
          </a:p>
          <a:p>
            <a:r>
              <a:rPr lang="en-GB" dirty="0"/>
              <a:t>Check whether code follows standards</a:t>
            </a:r>
          </a:p>
          <a:p>
            <a:r>
              <a:rPr lang="en-GB" dirty="0"/>
              <a:t>Spot repeated or inefficient sections</a:t>
            </a:r>
          </a:p>
          <a:p>
            <a:r>
              <a:rPr lang="en-GB" dirty="0"/>
              <a:t>Understand how data moves through the programme</a:t>
            </a:r>
          </a:p>
          <a:p>
            <a:r>
              <a:rPr lang="en-GB" dirty="0"/>
              <a:t>Validate edge cases</a:t>
            </a:r>
          </a:p>
          <a:p>
            <a:r>
              <a:rPr lang="en-GB" dirty="0"/>
              <a:t>Detect security or validation gaps</a:t>
            </a:r>
          </a:p>
          <a:p>
            <a:r>
              <a:rPr lang="en-GB" dirty="0"/>
              <a:t>Improve the reliability of the prototype before further testing</a:t>
            </a:r>
          </a:p>
        </p:txBody>
      </p:sp>
    </p:spTree>
    <p:extLst>
      <p:ext uri="{BB962C8B-B14F-4D97-AF65-F5344CB8AC3E}">
        <p14:creationId xmlns:p14="http://schemas.microsoft.com/office/powerpoint/2010/main" val="38453812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1E008-451D-49AF-67C1-7F24EDA5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Roles in a paired coding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FB494-4599-C1BE-B1ED-B4615FBB2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en-GB" dirty="0"/>
              <a:t>Driver (explainer)</a:t>
            </a:r>
          </a:p>
          <a:p>
            <a:pPr marL="502920" indent="-457200">
              <a:buFont typeface="+mj-lt"/>
              <a:buAutoNum type="arabicPeriod"/>
            </a:pPr>
            <a:r>
              <a:rPr lang="en-GB" dirty="0"/>
              <a:t>Navigator (reviewer)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16922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5CFBB-66D8-1684-F6A5-029250745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Driver (explainer)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9E763-4F46-1B64-D716-99E8A8077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The person who wrote the code.</a:t>
            </a:r>
          </a:p>
          <a:p>
            <a:pPr marL="45720" indent="0">
              <a:buNone/>
            </a:pPr>
            <a:r>
              <a:rPr lang="en-GB" dirty="0"/>
              <a:t>They talk through:</a:t>
            </a:r>
          </a:p>
          <a:p>
            <a:r>
              <a:rPr lang="en-GB" dirty="0"/>
              <a:t>What the code does</a:t>
            </a:r>
          </a:p>
          <a:p>
            <a:r>
              <a:rPr lang="en-GB" dirty="0"/>
              <a:t>Why they wrote it that way</a:t>
            </a:r>
          </a:p>
          <a:p>
            <a:r>
              <a:rPr lang="en-GB" dirty="0"/>
              <a:t>Where key decisions were made</a:t>
            </a:r>
          </a:p>
          <a:p>
            <a:r>
              <a:rPr lang="en-GB" dirty="0"/>
              <a:t>What they expect the system to do at each line or function</a:t>
            </a:r>
          </a:p>
        </p:txBody>
      </p:sp>
    </p:spTree>
    <p:extLst>
      <p:ext uri="{BB962C8B-B14F-4D97-AF65-F5344CB8AC3E}">
        <p14:creationId xmlns:p14="http://schemas.microsoft.com/office/powerpoint/2010/main" val="26164852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3CAB9-F4AD-3649-1E94-5DF12049F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Navigator (reviewer)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42C71-0A14-87EB-4760-A89438287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GB" dirty="0"/>
              <a:t>The person reviewing the code.</a:t>
            </a:r>
          </a:p>
          <a:p>
            <a:pPr marL="45720" indent="0">
              <a:buNone/>
            </a:pPr>
            <a:r>
              <a:rPr lang="en-GB" dirty="0"/>
              <a:t>They:</a:t>
            </a:r>
          </a:p>
          <a:p>
            <a:r>
              <a:rPr lang="en-GB" dirty="0"/>
              <a:t>Ask questions</a:t>
            </a:r>
          </a:p>
          <a:p>
            <a:r>
              <a:rPr lang="en-GB" dirty="0"/>
              <a:t>Challenge assumptions</a:t>
            </a:r>
          </a:p>
          <a:p>
            <a:r>
              <a:rPr lang="en-GB" dirty="0"/>
              <a:t>Look for errors</a:t>
            </a:r>
          </a:p>
          <a:p>
            <a:r>
              <a:rPr lang="en-GB" dirty="0"/>
              <a:t>Suggest improvements</a:t>
            </a:r>
          </a:p>
          <a:p>
            <a:r>
              <a:rPr lang="en-GB" dirty="0"/>
              <a:t>Check code against requirements</a:t>
            </a:r>
          </a:p>
          <a:p>
            <a:r>
              <a:rPr lang="en-GB" dirty="0"/>
              <a:t>Consider edge cases and unusual inputs</a:t>
            </a:r>
          </a:p>
          <a:p>
            <a:r>
              <a:rPr lang="en-GB" dirty="0"/>
              <a:t>Compare the code to what the system actually did during testing</a:t>
            </a:r>
          </a:p>
        </p:txBody>
      </p:sp>
    </p:spTree>
    <p:extLst>
      <p:ext uri="{BB962C8B-B14F-4D97-AF65-F5344CB8AC3E}">
        <p14:creationId xmlns:p14="http://schemas.microsoft.com/office/powerpoint/2010/main" val="10178400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4A36-D29F-0500-4D24-23D3816F9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paired coding reviews reveal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3394A-4597-EA80-5630-B1880CE5C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Logic clarity</a:t>
            </a:r>
          </a:p>
          <a:p>
            <a:r>
              <a:rPr lang="en-GB" dirty="0"/>
              <a:t>Validation</a:t>
            </a:r>
          </a:p>
          <a:p>
            <a:r>
              <a:rPr lang="en-GB" dirty="0"/>
              <a:t>Performance</a:t>
            </a:r>
          </a:p>
          <a:p>
            <a:r>
              <a:rPr lang="en-GB" dirty="0"/>
              <a:t>Structure</a:t>
            </a:r>
          </a:p>
          <a:p>
            <a:r>
              <a:rPr lang="en-GB" dirty="0"/>
              <a:t>Security and data handling</a:t>
            </a:r>
          </a:p>
        </p:txBody>
      </p:sp>
    </p:spTree>
    <p:extLst>
      <p:ext uri="{BB962C8B-B14F-4D97-AF65-F5344CB8AC3E}">
        <p14:creationId xmlns:p14="http://schemas.microsoft.com/office/powerpoint/2010/main" val="28760077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0A52F-9FB1-49B3-10A4-0EE7FCD6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Logic clarity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CFFD4-F3D6-881D-FA7F-A59A0B173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Does the logic flow sensibly?</a:t>
            </a:r>
          </a:p>
          <a:p>
            <a:r>
              <a:rPr lang="en-GB" dirty="0"/>
              <a:t>Are there gaps where unexpected inputs break the system?</a:t>
            </a:r>
          </a:p>
        </p:txBody>
      </p:sp>
    </p:spTree>
    <p:extLst>
      <p:ext uri="{BB962C8B-B14F-4D97-AF65-F5344CB8AC3E}">
        <p14:creationId xmlns:p14="http://schemas.microsoft.com/office/powerpoint/2010/main" val="17652886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E29D-1D32-DCBA-5352-B4DAFEF74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EC7D4-8453-9C20-FBEF-CA7D2DB0C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 all inputs checked properly?</a:t>
            </a:r>
          </a:p>
          <a:p>
            <a:r>
              <a:rPr lang="en-GB" dirty="0"/>
              <a:t>Is error handling present and informative?</a:t>
            </a:r>
          </a:p>
        </p:txBody>
      </p:sp>
    </p:spTree>
    <p:extLst>
      <p:ext uri="{BB962C8B-B14F-4D97-AF65-F5344CB8AC3E}">
        <p14:creationId xmlns:p14="http://schemas.microsoft.com/office/powerpoint/2010/main" val="27654451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FB4A4-E6BF-9C2C-95C0-458505D0D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6AE0F-11C1-F7C9-B90B-77C0912AC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 there loops or functions that take too long?</a:t>
            </a:r>
          </a:p>
          <a:p>
            <a:r>
              <a:rPr lang="en-GB" dirty="0"/>
              <a:t>Is any code repeated unnecessarily?</a:t>
            </a:r>
          </a:p>
        </p:txBody>
      </p:sp>
    </p:spTree>
    <p:extLst>
      <p:ext uri="{BB962C8B-B14F-4D97-AF65-F5344CB8AC3E}">
        <p14:creationId xmlns:p14="http://schemas.microsoft.com/office/powerpoint/2010/main" val="23297282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9114-6B60-4B4E-10BE-3333F49B4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F7C17-F5ED-3FE2-6226-8FEED929A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Is the code easy to read?</a:t>
            </a:r>
          </a:p>
          <a:p>
            <a:r>
              <a:rPr lang="en-GB" dirty="0"/>
              <a:t>Is it split into sensible sections or functions?</a:t>
            </a:r>
          </a:p>
          <a:p>
            <a:r>
              <a:rPr lang="en-GB" dirty="0"/>
              <a:t>Can another developer understand it quickly?</a:t>
            </a:r>
          </a:p>
        </p:txBody>
      </p:sp>
    </p:spTree>
    <p:extLst>
      <p:ext uri="{BB962C8B-B14F-4D97-AF65-F5344CB8AC3E}">
        <p14:creationId xmlns:p14="http://schemas.microsoft.com/office/powerpoint/2010/main" val="19357316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25DE4-A1EA-725A-BB43-E5025B2A9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Security and data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468C7-8C9F-F08D-DB78-168FD6EF5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Are data types validated?</a:t>
            </a:r>
          </a:p>
          <a:p>
            <a:r>
              <a:rPr lang="en-GB" dirty="0"/>
              <a:t>Is sensitive data handled appropriately?</a:t>
            </a:r>
          </a:p>
          <a:p>
            <a:r>
              <a:rPr lang="en-GB" dirty="0"/>
              <a:t>Are there risks of injection or unsafe operations?</a:t>
            </a:r>
          </a:p>
        </p:txBody>
      </p:sp>
    </p:spTree>
    <p:extLst>
      <p:ext uri="{BB962C8B-B14F-4D97-AF65-F5344CB8AC3E}">
        <p14:creationId xmlns:p14="http://schemas.microsoft.com/office/powerpoint/2010/main" val="14610349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2807-52E0-C461-6499-938D6903A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Paired coding reviews with technical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288FB-1B28-481D-0A35-51CEBD424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en-GB" dirty="0"/>
              <a:t>Technical users can engage more deeply by checking:</a:t>
            </a:r>
          </a:p>
          <a:p>
            <a:r>
              <a:rPr lang="en-GB" dirty="0"/>
              <a:t>Logical flow</a:t>
            </a:r>
          </a:p>
          <a:p>
            <a:r>
              <a:rPr lang="en-GB" dirty="0"/>
              <a:t>Data validation</a:t>
            </a:r>
          </a:p>
          <a:p>
            <a:r>
              <a:rPr lang="en-GB" dirty="0"/>
              <a:t>Algorithm performance</a:t>
            </a:r>
          </a:p>
          <a:p>
            <a:r>
              <a:rPr lang="en-GB" dirty="0"/>
              <a:t>Error handling</a:t>
            </a:r>
          </a:p>
          <a:p>
            <a:r>
              <a:rPr lang="en-GB" dirty="0"/>
              <a:t>Security issues</a:t>
            </a:r>
          </a:p>
          <a:p>
            <a:r>
              <a:rPr lang="en-GB" dirty="0"/>
              <a:t>Code maintainability</a:t>
            </a:r>
          </a:p>
          <a:p>
            <a:r>
              <a:rPr lang="en-GB" dirty="0"/>
              <a:t>Optimisation</a:t>
            </a:r>
          </a:p>
          <a:p>
            <a:r>
              <a:rPr lang="en-GB" dirty="0"/>
              <a:t>Edge case handling</a:t>
            </a:r>
          </a:p>
          <a:p>
            <a:pPr marL="45720" indent="0">
              <a:buNone/>
            </a:pPr>
            <a:r>
              <a:rPr lang="en-GB" dirty="0"/>
              <a:t>They can challenge the developer’s choices more directly and propose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990219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845A8-1A38-6126-1EAB-C546517A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practice in paired coding reviews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428EA-D0DE-6317-F35A-F42AF241C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Review small sections at a time</a:t>
            </a:r>
          </a:p>
          <a:p>
            <a:r>
              <a:rPr lang="en-GB" dirty="0"/>
              <a:t>Ask the driver to explain the purpose of each block</a:t>
            </a:r>
          </a:p>
          <a:p>
            <a:r>
              <a:rPr lang="en-GB" dirty="0"/>
              <a:t>Keep questions focused and constructive</a:t>
            </a:r>
          </a:p>
          <a:p>
            <a:r>
              <a:rPr lang="en-GB" dirty="0"/>
              <a:t>Do not rewrite code during the review — flag issues instead</a:t>
            </a:r>
          </a:p>
          <a:p>
            <a:r>
              <a:rPr lang="en-GB" dirty="0"/>
              <a:t>Check comments and documentation</a:t>
            </a:r>
          </a:p>
          <a:p>
            <a:r>
              <a:rPr lang="en-GB" dirty="0"/>
              <a:t>Compare the code to system behaviour seen in screencasts and observations</a:t>
            </a:r>
          </a:p>
          <a:p>
            <a:r>
              <a:rPr lang="en-GB" dirty="0"/>
              <a:t>Record evidence objectively</a:t>
            </a:r>
          </a:p>
          <a:p>
            <a:r>
              <a:rPr lang="en-GB" dirty="0"/>
              <a:t>Link findings to improvements needed for the prototype</a:t>
            </a:r>
          </a:p>
        </p:txBody>
      </p:sp>
    </p:spTree>
    <p:extLst>
      <p:ext uri="{BB962C8B-B14F-4D97-AF65-F5344CB8AC3E}">
        <p14:creationId xmlns:p14="http://schemas.microsoft.com/office/powerpoint/2010/main" val="35523135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8BE70-4552-8609-33F7-A6DCE6955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paired coding reviews support the overall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6836B-CCBF-F0EE-54D1-6A8E8DA41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Paired coding reviews allow you to:</a:t>
            </a:r>
          </a:p>
          <a:p>
            <a:r>
              <a:rPr lang="en-GB" dirty="0"/>
              <a:t>Match observable problems with code‑level causes</a:t>
            </a:r>
          </a:p>
          <a:p>
            <a:r>
              <a:rPr lang="en-GB" dirty="0"/>
              <a:t>Validate questionnaire responses about errors or confusion</a:t>
            </a:r>
          </a:p>
          <a:p>
            <a:r>
              <a:rPr lang="en-GB" dirty="0"/>
              <a:t>Strengthen the quality of improvements</a:t>
            </a:r>
          </a:p>
          <a:p>
            <a:r>
              <a:rPr lang="en-GB" dirty="0"/>
              <a:t>Provide a deeper, technical understanding for assessment</a:t>
            </a:r>
          </a:p>
          <a:p>
            <a:r>
              <a:rPr lang="en-GB" dirty="0"/>
              <a:t>Show evidence of systematic testing</a:t>
            </a:r>
          </a:p>
          <a:p>
            <a:r>
              <a:rPr lang="en-GB" dirty="0"/>
              <a:t>Ensure the prototype is robust before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28519578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9CBD3C9-4E66-426D-948E-7CF477810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B95FCF-AD96-482F-9FB8-CD95725E6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EEEC00-AD80-4734-BEE6-04CBDEC83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C26C0AB-632B-4701-A5A6-052B75B7F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210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2A2853-A55A-47F7-902F-6DE7185D8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246887"/>
            <a:ext cx="7314691" cy="6377939"/>
          </a:xfrm>
          <a:prstGeom prst="rect">
            <a:avLst/>
          </a:prstGeom>
          <a:solidFill>
            <a:srgbClr val="A6B727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0A3D00-134B-401B-BED1-39F1B73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33843" y="4005950"/>
            <a:ext cx="531902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4F11129-8A77-4850-9BAB-FDA0CF4F3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6888"/>
            <a:ext cx="11724640" cy="6377939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F2641-8928-58B7-C69A-241BBC63B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3553" y="893398"/>
            <a:ext cx="6019601" cy="318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>
                <a:solidFill>
                  <a:srgbClr val="FFFFFF"/>
                </a:solidFill>
              </a:rPr>
              <a:t>Designing the questionnaires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BE7F3-49F3-5FBE-5317-7ED13DD35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3933" y="4141784"/>
            <a:ext cx="5958841" cy="1388165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E6D4D562-2F6C-FE23-356C-0464A9171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065" y="1860302"/>
            <a:ext cx="3135414" cy="313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0004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E4A9-0DCA-D56F-6334-E3A331335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Identify the purpose of the questionnaire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C12B6-49E0-FB5A-8660-30DCCBCD4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Before writing any questions, decide:</a:t>
            </a:r>
          </a:p>
          <a:p>
            <a:r>
              <a:rPr lang="en-GB" dirty="0"/>
              <a:t>What are you trying to find out?</a:t>
            </a:r>
          </a:p>
          <a:p>
            <a:r>
              <a:rPr lang="en-GB" dirty="0"/>
              <a:t>Which part of the prototype or system are you testing?</a:t>
            </a:r>
          </a:p>
          <a:p>
            <a:r>
              <a:rPr lang="en-GB" dirty="0"/>
              <a:t>What decisions will the results support?</a:t>
            </a:r>
          </a:p>
          <a:p>
            <a:pPr marL="45720" indent="0">
              <a:buNone/>
            </a:pPr>
            <a:r>
              <a:rPr lang="en-GB" dirty="0"/>
              <a:t>This ensures every question has a reason to exist.</a:t>
            </a:r>
          </a:p>
        </p:txBody>
      </p:sp>
    </p:spTree>
    <p:extLst>
      <p:ext uri="{BB962C8B-B14F-4D97-AF65-F5344CB8AC3E}">
        <p14:creationId xmlns:p14="http://schemas.microsoft.com/office/powerpoint/2010/main" val="37228931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94605-FBDB-A679-476B-579DF3B7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Website being reviewed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C4DD4C8-1875-BE9A-85EF-F06C69004B9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387" r="4387"/>
          <a:stretch/>
        </p:blipFill>
        <p:spPr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83E06-6603-1813-97F8-01F912AA4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>
                <a:hlinkClick r:id="rId3"/>
              </a:rPr>
              <a:t>https://next.shropshire.gov.uk/recycling-and-rubbish/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67108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FDA3E-120F-BFCE-27AF-CC5A0D73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FFFFFF"/>
                </a:solidFill>
              </a:rPr>
              <a:t>Activity for Step 1: Identify the 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A6FA0-A949-FCBF-0564-F5CC3C047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You have built a prototype of the Recycling and Rubbish website</a:t>
            </a:r>
          </a:p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Your questionnaire must find out:</a:t>
            </a:r>
          </a:p>
          <a:p>
            <a:r>
              <a:rPr lang="en-GB" sz="2000" dirty="0">
                <a:solidFill>
                  <a:schemeClr val="tx1"/>
                </a:solidFill>
              </a:rPr>
              <a:t>How clear the information is</a:t>
            </a:r>
          </a:p>
          <a:p>
            <a:r>
              <a:rPr lang="en-GB" sz="2000" dirty="0">
                <a:solidFill>
                  <a:schemeClr val="tx1"/>
                </a:solidFill>
              </a:rPr>
              <a:t>How easy it is to navigate</a:t>
            </a:r>
          </a:p>
          <a:p>
            <a:r>
              <a:rPr lang="en-GB" sz="2000" dirty="0">
                <a:solidFill>
                  <a:schemeClr val="tx1"/>
                </a:solidFill>
              </a:rPr>
              <a:t>Whether the user can complete key tasks</a:t>
            </a:r>
          </a:p>
          <a:p>
            <a:r>
              <a:rPr lang="en-GB" sz="2000" dirty="0">
                <a:solidFill>
                  <a:schemeClr val="tx1"/>
                </a:solidFill>
              </a:rPr>
              <a:t>What problems or confusion they experience</a:t>
            </a:r>
          </a:p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Write a short statement describing the purpose of your questionnaire.</a:t>
            </a:r>
          </a:p>
        </p:txBody>
      </p:sp>
    </p:spTree>
    <p:extLst>
      <p:ext uri="{BB962C8B-B14F-4D97-AF65-F5344CB8AC3E}">
        <p14:creationId xmlns:p14="http://schemas.microsoft.com/office/powerpoint/2010/main" val="23697438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E008C-7E0B-4845-6E66-2BEE9EE82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Define the user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D8B1E-7E8C-772C-C47F-13F3B042B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Your questions must match who is giving the feedback:</a:t>
            </a:r>
          </a:p>
          <a:p>
            <a:r>
              <a:rPr lang="en-GB" dirty="0"/>
              <a:t>Non‑technical users → focus on usability, clarity, task experience</a:t>
            </a:r>
          </a:p>
          <a:p>
            <a:r>
              <a:rPr lang="en-GB" dirty="0"/>
              <a:t>Technical users → focus on logic, structure, validation, performance</a:t>
            </a:r>
          </a:p>
          <a:p>
            <a:pPr marL="45720" indent="0">
              <a:buNone/>
            </a:pPr>
            <a:r>
              <a:rPr lang="en-GB" dirty="0"/>
              <a:t>Different users notice different things, so the questionnaire must reflect this.</a:t>
            </a:r>
          </a:p>
        </p:txBody>
      </p:sp>
    </p:spTree>
    <p:extLst>
      <p:ext uri="{BB962C8B-B14F-4D97-AF65-F5344CB8AC3E}">
        <p14:creationId xmlns:p14="http://schemas.microsoft.com/office/powerpoint/2010/main" val="19849481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1F982-08AB-5EF5-DB30-FED329789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FFFFFF"/>
                </a:solidFill>
              </a:rPr>
              <a:t>Activity for Step 2: Define the user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79A91-2608-6AFE-4A19-27FD67C48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You are collecting feedback from a non‑technical user.</a:t>
            </a:r>
          </a:p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Your questions must match this user type.</a:t>
            </a:r>
          </a:p>
          <a:p>
            <a:r>
              <a:rPr lang="en-GB" sz="2000" dirty="0">
                <a:solidFill>
                  <a:schemeClr val="tx1"/>
                </a:solidFill>
              </a:rPr>
              <a:t>Focus on:</a:t>
            </a:r>
          </a:p>
          <a:p>
            <a:r>
              <a:rPr lang="en-GB" sz="2000" dirty="0">
                <a:solidFill>
                  <a:schemeClr val="tx1"/>
                </a:solidFill>
              </a:rPr>
              <a:t>Usability</a:t>
            </a:r>
          </a:p>
          <a:p>
            <a:r>
              <a:rPr lang="en-GB" sz="2000" dirty="0">
                <a:solidFill>
                  <a:schemeClr val="tx1"/>
                </a:solidFill>
              </a:rPr>
              <a:t>Clarity</a:t>
            </a:r>
          </a:p>
          <a:p>
            <a:r>
              <a:rPr lang="en-GB" sz="2000" dirty="0">
                <a:solidFill>
                  <a:schemeClr val="tx1"/>
                </a:solidFill>
              </a:rPr>
              <a:t>Ease of finding information</a:t>
            </a:r>
          </a:p>
          <a:p>
            <a:r>
              <a:rPr lang="en-GB" sz="2000" dirty="0">
                <a:solidFill>
                  <a:schemeClr val="tx1"/>
                </a:solidFill>
              </a:rPr>
              <a:t>Task success</a:t>
            </a:r>
          </a:p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Write down who your user is and what they are expected to do.</a:t>
            </a:r>
          </a:p>
        </p:txBody>
      </p:sp>
    </p:spTree>
    <p:extLst>
      <p:ext uri="{BB962C8B-B14F-4D97-AF65-F5344CB8AC3E}">
        <p14:creationId xmlns:p14="http://schemas.microsoft.com/office/powerpoint/2010/main" val="410346936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A4B2A-7630-6B71-DC06-DAC808AA4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Review the evidence the user will see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69C07-32B0-04F3-C811-FE93DF16B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GB" dirty="0"/>
              <a:t>Users may:</a:t>
            </a:r>
          </a:p>
          <a:p>
            <a:r>
              <a:rPr lang="en-GB" dirty="0"/>
              <a:t>Use the prototype directly</a:t>
            </a:r>
          </a:p>
          <a:p>
            <a:r>
              <a:rPr lang="en-GB" dirty="0"/>
              <a:t>Watch a screencast (if no access)</a:t>
            </a:r>
          </a:p>
          <a:p>
            <a:r>
              <a:rPr lang="en-GB" dirty="0"/>
              <a:t>View screenshots</a:t>
            </a:r>
          </a:p>
          <a:p>
            <a:r>
              <a:rPr lang="en-GB" dirty="0"/>
              <a:t>Complete tasks in a guided session</a:t>
            </a:r>
          </a:p>
          <a:p>
            <a:pPr marL="45720" indent="0">
              <a:buNone/>
            </a:pPr>
            <a:r>
              <a:rPr lang="en-GB" dirty="0"/>
              <a:t>Make sure the questions match the evidence shown.</a:t>
            </a:r>
          </a:p>
          <a:p>
            <a:pPr marL="45720" indent="0">
              <a:buNone/>
            </a:pPr>
            <a:r>
              <a:rPr lang="en-GB" dirty="0"/>
              <a:t>If they watch a screencast, they must be able to answer based only on what they saw.</a:t>
            </a:r>
          </a:p>
        </p:txBody>
      </p:sp>
    </p:spTree>
    <p:extLst>
      <p:ext uri="{BB962C8B-B14F-4D97-AF65-F5344CB8AC3E}">
        <p14:creationId xmlns:p14="http://schemas.microsoft.com/office/powerpoint/2010/main" val="30873626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B0F09C-37A8-BF2D-EAFA-824F4204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Activity for Step 3: Review the evidence the user will see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30FDE-6881-03EB-DFD6-4AEF6C2BF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pPr marL="45720" indent="0">
              <a:buNone/>
            </a:pPr>
            <a:r>
              <a:rPr lang="en-GB" sz="2000">
                <a:solidFill>
                  <a:schemeClr val="tx1"/>
                </a:solidFill>
              </a:rPr>
              <a:t>Your user will review:</a:t>
            </a:r>
          </a:p>
          <a:p>
            <a:r>
              <a:rPr lang="en-GB" sz="2000">
                <a:solidFill>
                  <a:schemeClr val="tx1"/>
                </a:solidFill>
              </a:rPr>
              <a:t>Your prototype website</a:t>
            </a:r>
          </a:p>
          <a:p>
            <a:r>
              <a:rPr lang="en-GB" sz="2000">
                <a:solidFill>
                  <a:schemeClr val="tx1"/>
                </a:solidFill>
              </a:rPr>
              <a:t>The specific pages you want feedback on</a:t>
            </a:r>
          </a:p>
          <a:p>
            <a:r>
              <a:rPr lang="en-GB" sz="2000">
                <a:solidFill>
                  <a:schemeClr val="tx1"/>
                </a:solidFill>
              </a:rPr>
              <a:t>The tasks you ask them to complete</a:t>
            </a:r>
          </a:p>
          <a:p>
            <a:pPr marL="45720" indent="0">
              <a:buNone/>
            </a:pPr>
            <a:r>
              <a:rPr lang="en-GB" sz="2000">
                <a:solidFill>
                  <a:schemeClr val="tx1"/>
                </a:solidFill>
              </a:rPr>
              <a:t>Choose 1–2 tasks from the Recycling and Rubbish site, such as:</a:t>
            </a:r>
          </a:p>
          <a:p>
            <a:r>
              <a:rPr lang="en-GB" sz="2000">
                <a:solidFill>
                  <a:schemeClr val="tx1"/>
                </a:solidFill>
              </a:rPr>
              <a:t>Finding bin collection information</a:t>
            </a:r>
          </a:p>
          <a:p>
            <a:r>
              <a:rPr lang="en-GB" sz="2000">
                <a:solidFill>
                  <a:schemeClr val="tx1"/>
                </a:solidFill>
              </a:rPr>
              <a:t>Checking what can be recycled</a:t>
            </a:r>
          </a:p>
          <a:p>
            <a:r>
              <a:rPr lang="en-GB" sz="2000">
                <a:solidFill>
                  <a:schemeClr val="tx1"/>
                </a:solidFill>
              </a:rPr>
              <a:t>Locating a local recycling point</a:t>
            </a:r>
          </a:p>
          <a:p>
            <a:pPr marL="45720" indent="0">
              <a:buNone/>
            </a:pPr>
            <a:r>
              <a:rPr lang="en-GB" sz="2000">
                <a:solidFill>
                  <a:schemeClr val="tx1"/>
                </a:solidFill>
              </a:rPr>
              <a:t>List the tasks you want your user to attempt.</a:t>
            </a:r>
          </a:p>
        </p:txBody>
      </p:sp>
    </p:spTree>
    <p:extLst>
      <p:ext uri="{BB962C8B-B14F-4D97-AF65-F5344CB8AC3E}">
        <p14:creationId xmlns:p14="http://schemas.microsoft.com/office/powerpoint/2010/main" val="27290500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82A56-9A20-C2AB-03B4-6BC0D558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Decide the question types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5F02F-520D-5CD0-2243-08F4C26E9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Closed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DDB21A-7B4D-305F-BFE9-5B161DB51D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Yes/No</a:t>
            </a:r>
          </a:p>
          <a:p>
            <a:r>
              <a:rPr lang="en-GB" dirty="0"/>
              <a:t>Multiple choice</a:t>
            </a:r>
          </a:p>
          <a:p>
            <a:r>
              <a:rPr lang="en-GB" dirty="0"/>
              <a:t>Rating scales</a:t>
            </a:r>
          </a:p>
          <a:p>
            <a:r>
              <a:rPr lang="en-GB" dirty="0"/>
              <a:t>Used for patterns, comparisons, quick summaries.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71CC70-493F-A8D7-A7CD-615435D3E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Open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61E253-22C9-E2AD-EA40-CB642E73997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Short explanations</a:t>
            </a:r>
          </a:p>
          <a:p>
            <a:r>
              <a:rPr lang="en-GB" dirty="0"/>
              <a:t>Descriptions of problems</a:t>
            </a:r>
          </a:p>
          <a:p>
            <a:r>
              <a:rPr lang="en-GB" dirty="0"/>
              <a:t>Suggested improvements</a:t>
            </a:r>
          </a:p>
          <a:p>
            <a:r>
              <a:rPr lang="en-GB" dirty="0"/>
              <a:t>Used to explain why issues happened.</a:t>
            </a:r>
          </a:p>
        </p:txBody>
      </p:sp>
    </p:spTree>
    <p:extLst>
      <p:ext uri="{BB962C8B-B14F-4D97-AF65-F5344CB8AC3E}">
        <p14:creationId xmlns:p14="http://schemas.microsoft.com/office/powerpoint/2010/main" val="35379663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8D4450-5E8F-5473-A258-339F676A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Activity for Step 4: Decide the question types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A6E2EB2-2809-5F45-9672-AC88C3D28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Create a draft list of questions that help evaluate your prototype.</a:t>
            </a:r>
          </a:p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Include:</a:t>
            </a:r>
          </a:p>
          <a:p>
            <a:r>
              <a:rPr lang="en-GB" sz="2000" dirty="0">
                <a:solidFill>
                  <a:schemeClr val="tx1"/>
                </a:solidFill>
              </a:rPr>
              <a:t>Closed questions → clarity, ease, completion</a:t>
            </a:r>
          </a:p>
          <a:p>
            <a:r>
              <a:rPr lang="en-GB" sz="2000" dirty="0">
                <a:solidFill>
                  <a:schemeClr val="tx1"/>
                </a:solidFill>
              </a:rPr>
              <a:t>Open questions → explanation of problems</a:t>
            </a:r>
          </a:p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Aim for:</a:t>
            </a:r>
          </a:p>
          <a:p>
            <a:r>
              <a:rPr lang="en-GB" sz="2000" dirty="0">
                <a:solidFill>
                  <a:schemeClr val="tx1"/>
                </a:solidFill>
              </a:rPr>
              <a:t>3 closed questions</a:t>
            </a:r>
          </a:p>
          <a:p>
            <a:r>
              <a:rPr lang="en-GB" sz="2000" dirty="0">
                <a:solidFill>
                  <a:schemeClr val="tx1"/>
                </a:solidFill>
              </a:rPr>
              <a:t>2 open questions</a:t>
            </a:r>
          </a:p>
          <a:p>
            <a:r>
              <a:rPr lang="en-GB" sz="2000" dirty="0">
                <a:solidFill>
                  <a:schemeClr val="tx1"/>
                </a:solidFill>
              </a:rPr>
              <a:t>All linked to the tasks you selected.</a:t>
            </a:r>
          </a:p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Print the questions for peer review.</a:t>
            </a:r>
          </a:p>
        </p:txBody>
      </p:sp>
    </p:spTree>
    <p:extLst>
      <p:ext uri="{BB962C8B-B14F-4D97-AF65-F5344CB8AC3E}">
        <p14:creationId xmlns:p14="http://schemas.microsoft.com/office/powerpoint/2010/main" val="38092574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00CD0-4A84-4F98-A97E-F56DE2BBD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5. Write neutral, clear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C6DEC-DBF1-C2B4-0E66-AD006E4EF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GB" dirty="0"/>
              <a:t>Good questions:</a:t>
            </a:r>
          </a:p>
          <a:p>
            <a:r>
              <a:rPr lang="en-GB" dirty="0"/>
              <a:t>Ask about one thing at a time</a:t>
            </a:r>
          </a:p>
          <a:p>
            <a:r>
              <a:rPr lang="en-GB" dirty="0"/>
              <a:t>Avoid leading language</a:t>
            </a:r>
          </a:p>
          <a:p>
            <a:r>
              <a:rPr lang="en-GB" dirty="0"/>
              <a:t>Are simple and direct</a:t>
            </a:r>
          </a:p>
          <a:p>
            <a:r>
              <a:rPr lang="en-GB" dirty="0"/>
              <a:t>Match the task users completed or saw</a:t>
            </a:r>
          </a:p>
          <a:p>
            <a:pPr marL="45720" indent="0">
              <a:buNone/>
            </a:pPr>
            <a:r>
              <a:rPr lang="en-GB" dirty="0"/>
              <a:t>Example (good):</a:t>
            </a:r>
          </a:p>
          <a:p>
            <a:r>
              <a:rPr lang="en-GB" dirty="0"/>
              <a:t>“How clear were the instructions?”</a:t>
            </a:r>
          </a:p>
          <a:p>
            <a:pPr marL="45720" indent="0">
              <a:buNone/>
            </a:pPr>
            <a:r>
              <a:rPr lang="en-GB" dirty="0"/>
              <a:t>Example (poor):</a:t>
            </a:r>
          </a:p>
          <a:p>
            <a:r>
              <a:rPr lang="en-GB" dirty="0"/>
              <a:t>“Did you find the instructions confusing?” (leading)</a:t>
            </a:r>
          </a:p>
        </p:txBody>
      </p:sp>
    </p:spTree>
    <p:extLst>
      <p:ext uri="{BB962C8B-B14F-4D97-AF65-F5344CB8AC3E}">
        <p14:creationId xmlns:p14="http://schemas.microsoft.com/office/powerpoint/2010/main" val="29598085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F8E44-BFB6-4693-4259-36CDBD85C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Activity for Step 5: Write neutral, clear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74137-6E74-7F79-06D4-168FFB915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pPr marL="45720" indent="0">
              <a:buNone/>
            </a:pPr>
            <a:r>
              <a:rPr lang="en-GB" sz="2000">
                <a:solidFill>
                  <a:schemeClr val="tx1"/>
                </a:solidFill>
              </a:rPr>
              <a:t>Rewrite your questions so they are:</a:t>
            </a:r>
          </a:p>
          <a:p>
            <a:r>
              <a:rPr lang="en-GB" sz="2000">
                <a:solidFill>
                  <a:schemeClr val="tx1"/>
                </a:solidFill>
              </a:rPr>
              <a:t>Short</a:t>
            </a:r>
          </a:p>
          <a:p>
            <a:r>
              <a:rPr lang="en-GB" sz="2000">
                <a:solidFill>
                  <a:schemeClr val="tx1"/>
                </a:solidFill>
              </a:rPr>
              <a:t>Direct</a:t>
            </a:r>
          </a:p>
          <a:p>
            <a:r>
              <a:rPr lang="en-GB" sz="2000">
                <a:solidFill>
                  <a:schemeClr val="tx1"/>
                </a:solidFill>
              </a:rPr>
              <a:t>Not leading</a:t>
            </a:r>
          </a:p>
          <a:p>
            <a:r>
              <a:rPr lang="en-GB" sz="2000">
                <a:solidFill>
                  <a:schemeClr val="tx1"/>
                </a:solidFill>
              </a:rPr>
              <a:t>Easy for a non‑technical user to understand</a:t>
            </a:r>
          </a:p>
          <a:p>
            <a:pPr marL="45720" indent="0">
              <a:buNone/>
            </a:pPr>
            <a:r>
              <a:rPr lang="en-GB" sz="2000">
                <a:solidFill>
                  <a:schemeClr val="tx1"/>
                </a:solidFill>
              </a:rPr>
              <a:t>Check that each question relates to an action or part of the Recycling and Rubbish website.</a:t>
            </a:r>
          </a:p>
        </p:txBody>
      </p:sp>
    </p:spTree>
    <p:extLst>
      <p:ext uri="{BB962C8B-B14F-4D97-AF65-F5344CB8AC3E}">
        <p14:creationId xmlns:p14="http://schemas.microsoft.com/office/powerpoint/2010/main" val="342805979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47DED-B277-2264-B1E5-DF2DC143E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6. Cover the key areas being assessed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F6E39-A79F-9EB1-9AF8-3C28416D7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Non-technical users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EB35E7-8D5C-E232-14AF-F6D7A73D72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Was the task easy to complete?</a:t>
            </a:r>
          </a:p>
          <a:p>
            <a:r>
              <a:rPr lang="en-GB" dirty="0"/>
              <a:t>Was the interface clear?</a:t>
            </a:r>
          </a:p>
          <a:p>
            <a:r>
              <a:rPr lang="en-GB" dirty="0"/>
              <a:t>Did the system behave as expected?</a:t>
            </a:r>
          </a:p>
          <a:p>
            <a:r>
              <a:rPr lang="en-GB" dirty="0"/>
              <a:t>Where did you get stuck?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BF1ED3-8BD1-FCB6-A189-23F058F25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Technical users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115B7B-1EF9-0C4C-175B-34900E6DC93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Did the logic work for all inputs?</a:t>
            </a:r>
          </a:p>
          <a:p>
            <a:r>
              <a:rPr lang="en-GB" dirty="0"/>
              <a:t>Were errors validated correctly?</a:t>
            </a:r>
          </a:p>
          <a:p>
            <a:r>
              <a:rPr lang="en-GB" dirty="0"/>
              <a:t>Were there performance issues?</a:t>
            </a:r>
          </a:p>
          <a:p>
            <a:r>
              <a:rPr lang="en-GB" dirty="0"/>
              <a:t>Was the structure clear?</a:t>
            </a:r>
          </a:p>
        </p:txBody>
      </p:sp>
    </p:spTree>
    <p:extLst>
      <p:ext uri="{BB962C8B-B14F-4D97-AF65-F5344CB8AC3E}">
        <p14:creationId xmlns:p14="http://schemas.microsoft.com/office/powerpoint/2010/main" val="422967073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3C27E-C6AB-6C9B-5BE6-8FF55AEBC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Activity for Step 6: Cover the key areas being assessed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E074E-6A2D-7F0A-1FA2-ECC298B18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pPr marL="45720" indent="0">
              <a:buNone/>
            </a:pPr>
            <a:r>
              <a:rPr lang="en-GB" sz="2000">
                <a:solidFill>
                  <a:schemeClr val="tx1"/>
                </a:solidFill>
              </a:rPr>
              <a:t>Add further questions that investigate:</a:t>
            </a:r>
          </a:p>
          <a:p>
            <a:r>
              <a:rPr lang="en-GB" sz="2000">
                <a:solidFill>
                  <a:schemeClr val="tx1"/>
                </a:solidFill>
              </a:rPr>
              <a:t>How easy it was to find the information</a:t>
            </a:r>
          </a:p>
          <a:p>
            <a:r>
              <a:rPr lang="en-GB" sz="2000">
                <a:solidFill>
                  <a:schemeClr val="tx1"/>
                </a:solidFill>
              </a:rPr>
              <a:t>How clear the page layout was</a:t>
            </a:r>
          </a:p>
          <a:p>
            <a:r>
              <a:rPr lang="en-GB" sz="2000">
                <a:solidFill>
                  <a:schemeClr val="tx1"/>
                </a:solidFill>
              </a:rPr>
              <a:t>How confident the user felt</a:t>
            </a:r>
          </a:p>
          <a:p>
            <a:r>
              <a:rPr lang="en-GB" sz="2000">
                <a:solidFill>
                  <a:schemeClr val="tx1"/>
                </a:solidFill>
              </a:rPr>
              <a:t>Where they got confused</a:t>
            </a:r>
          </a:p>
          <a:p>
            <a:r>
              <a:rPr lang="en-GB" sz="2000">
                <a:solidFill>
                  <a:schemeClr val="tx1"/>
                </a:solidFill>
              </a:rPr>
              <a:t>Whether they completed the tasks successfully</a:t>
            </a:r>
          </a:p>
          <a:p>
            <a:pPr marL="45720" indent="0">
              <a:buNone/>
            </a:pPr>
            <a:r>
              <a:rPr lang="en-GB" sz="2000">
                <a:solidFill>
                  <a:schemeClr val="tx1"/>
                </a:solidFill>
              </a:rPr>
              <a:t>Make sure your questions cover both usability and clarity.</a:t>
            </a:r>
          </a:p>
        </p:txBody>
      </p:sp>
    </p:spTree>
    <p:extLst>
      <p:ext uri="{BB962C8B-B14F-4D97-AF65-F5344CB8AC3E}">
        <p14:creationId xmlns:p14="http://schemas.microsoft.com/office/powerpoint/2010/main" val="10415451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CDFC8-313C-5804-97BD-8C3A5AF7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7. Order the questions logically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F2850-9169-7874-4F4F-03B09F30C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A good sequence:</a:t>
            </a:r>
          </a:p>
          <a:p>
            <a:r>
              <a:rPr lang="en-GB" dirty="0"/>
              <a:t>Start with simple closed questions</a:t>
            </a:r>
          </a:p>
          <a:p>
            <a:r>
              <a:rPr lang="en-GB" dirty="0"/>
              <a:t>Move to usability and clarity</a:t>
            </a:r>
          </a:p>
          <a:p>
            <a:r>
              <a:rPr lang="en-GB" dirty="0"/>
              <a:t>Then task difficulty</a:t>
            </a:r>
          </a:p>
          <a:p>
            <a:r>
              <a:rPr lang="en-GB" dirty="0"/>
              <a:t>Finally open questions for detailed insights</a:t>
            </a:r>
          </a:p>
          <a:p>
            <a:pPr marL="45720" indent="0">
              <a:buNone/>
            </a:pPr>
            <a:r>
              <a:rPr lang="en-GB" dirty="0"/>
              <a:t>This reduces cognitive load and improves response quality.</a:t>
            </a:r>
          </a:p>
        </p:txBody>
      </p:sp>
    </p:spTree>
    <p:extLst>
      <p:ext uri="{BB962C8B-B14F-4D97-AF65-F5344CB8AC3E}">
        <p14:creationId xmlns:p14="http://schemas.microsoft.com/office/powerpoint/2010/main" val="256992936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A8E42-631C-FA81-8EF9-F2F1CA036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Activity for Step 7: Order the questions logically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8DADA-BAAF-5C08-C732-2035A2E6C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Organise your questionnaire into a clear sequence:</a:t>
            </a:r>
          </a:p>
          <a:p>
            <a:r>
              <a:rPr lang="en-GB" sz="2000" dirty="0">
                <a:solidFill>
                  <a:schemeClr val="tx1"/>
                </a:solidFill>
              </a:rPr>
              <a:t>Start → simple closed questions</a:t>
            </a:r>
          </a:p>
          <a:p>
            <a:r>
              <a:rPr lang="en-GB" sz="2000" dirty="0">
                <a:solidFill>
                  <a:schemeClr val="tx1"/>
                </a:solidFill>
              </a:rPr>
              <a:t>Middle → navigation and clarity</a:t>
            </a:r>
          </a:p>
          <a:p>
            <a:r>
              <a:rPr lang="en-GB" sz="2000" dirty="0">
                <a:solidFill>
                  <a:schemeClr val="tx1"/>
                </a:solidFill>
              </a:rPr>
              <a:t>End → open questions for detail</a:t>
            </a:r>
          </a:p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Check that your questionnaire flows naturally.</a:t>
            </a:r>
          </a:p>
        </p:txBody>
      </p:sp>
    </p:spTree>
    <p:extLst>
      <p:ext uri="{BB962C8B-B14F-4D97-AF65-F5344CB8AC3E}">
        <p14:creationId xmlns:p14="http://schemas.microsoft.com/office/powerpoint/2010/main" val="30551453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4CA5C-357E-0AB4-6FCC-19A867AA3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8. Pilot the questionnaire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89EC1-BBC6-08F3-2E94-CEAC7FCB3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GB" dirty="0"/>
              <a:t>Test it with:</a:t>
            </a:r>
          </a:p>
          <a:p>
            <a:r>
              <a:rPr lang="en-GB" dirty="0"/>
              <a:t>A peer</a:t>
            </a:r>
          </a:p>
          <a:p>
            <a:r>
              <a:rPr lang="en-GB" dirty="0"/>
              <a:t>Someone unfamiliar with the system</a:t>
            </a:r>
          </a:p>
          <a:p>
            <a:pPr marL="45720" indent="0">
              <a:buNone/>
            </a:pPr>
            <a:r>
              <a:rPr lang="en-GB" dirty="0"/>
              <a:t>Check:</a:t>
            </a:r>
          </a:p>
          <a:p>
            <a:r>
              <a:rPr lang="en-GB" dirty="0"/>
              <a:t>Do they understand all questions?</a:t>
            </a:r>
          </a:p>
          <a:p>
            <a:r>
              <a:rPr lang="en-GB" dirty="0"/>
              <a:t>Are the questions relevant to the evidence?</a:t>
            </a:r>
          </a:p>
          <a:p>
            <a:r>
              <a:rPr lang="en-GB" dirty="0"/>
              <a:t>Does it take the expected amount of time?</a:t>
            </a:r>
          </a:p>
          <a:p>
            <a:pPr marL="45720" indent="0">
              <a:buNone/>
            </a:pPr>
            <a:r>
              <a:rPr lang="en-GB" dirty="0"/>
              <a:t>Fix unclear wording before using the questionnaire.</a:t>
            </a:r>
          </a:p>
        </p:txBody>
      </p:sp>
    </p:spTree>
    <p:extLst>
      <p:ext uri="{BB962C8B-B14F-4D97-AF65-F5344CB8AC3E}">
        <p14:creationId xmlns:p14="http://schemas.microsoft.com/office/powerpoint/2010/main" val="211342537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3CF39-D288-30D9-FAA0-F26DD596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Activity for Step 8: Pilot the questionnaire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2E578-8559-65A1-F365-E713DE02B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Swap with another student.</a:t>
            </a:r>
          </a:p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They should complete your questionnaire as if they were a non‑technical user.</a:t>
            </a:r>
          </a:p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Ask them:</a:t>
            </a:r>
          </a:p>
          <a:p>
            <a:r>
              <a:rPr lang="en-GB" sz="2000" dirty="0">
                <a:solidFill>
                  <a:schemeClr val="tx1"/>
                </a:solidFill>
              </a:rPr>
              <a:t>Which questions were unclear?</a:t>
            </a:r>
          </a:p>
          <a:p>
            <a:r>
              <a:rPr lang="en-GB" sz="2000" dirty="0">
                <a:solidFill>
                  <a:schemeClr val="tx1"/>
                </a:solidFill>
              </a:rPr>
              <a:t>Did any questions assume technical knowledge?</a:t>
            </a:r>
          </a:p>
          <a:p>
            <a:r>
              <a:rPr lang="en-GB" sz="2000" dirty="0">
                <a:solidFill>
                  <a:schemeClr val="tx1"/>
                </a:solidFill>
              </a:rPr>
              <a:t>Use their feedback to improve your questionnaire.</a:t>
            </a:r>
          </a:p>
        </p:txBody>
      </p:sp>
    </p:spTree>
    <p:extLst>
      <p:ext uri="{BB962C8B-B14F-4D97-AF65-F5344CB8AC3E}">
        <p14:creationId xmlns:p14="http://schemas.microsoft.com/office/powerpoint/2010/main" val="271214266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DC5F-A8BC-E582-DC71-681CC6605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9. Provide clear instructions to the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51C3D-483A-60F8-258C-6D2BA02ED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GB" dirty="0"/>
              <a:t>Tell them:</a:t>
            </a:r>
          </a:p>
          <a:p>
            <a:r>
              <a:rPr lang="en-GB" dirty="0"/>
              <a:t>What they are reviewing (system or screencast)</a:t>
            </a:r>
          </a:p>
          <a:p>
            <a:r>
              <a:rPr lang="en-GB" dirty="0"/>
              <a:t>How long it will take</a:t>
            </a:r>
          </a:p>
          <a:p>
            <a:r>
              <a:rPr lang="en-GB" dirty="0"/>
              <a:t>What they should focus on</a:t>
            </a:r>
          </a:p>
          <a:p>
            <a:r>
              <a:rPr lang="en-GB" dirty="0"/>
              <a:t>That honest answers are important</a:t>
            </a:r>
          </a:p>
          <a:p>
            <a:pPr marL="45720" indent="0">
              <a:buNone/>
            </a:pPr>
            <a:r>
              <a:rPr lang="en-GB" dirty="0"/>
              <a:t>This increases the reliability of results.</a:t>
            </a:r>
          </a:p>
        </p:txBody>
      </p:sp>
    </p:spTree>
    <p:extLst>
      <p:ext uri="{BB962C8B-B14F-4D97-AF65-F5344CB8AC3E}">
        <p14:creationId xmlns:p14="http://schemas.microsoft.com/office/powerpoint/2010/main" val="1537742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79A3F-A28C-DA5C-0011-51AB609B0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Activity for Step 9: Provide clear instructions to the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F56D7-5396-94C0-8060-37D34E36E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pPr marL="45720" indent="0">
              <a:buNone/>
            </a:pPr>
            <a:r>
              <a:rPr lang="en-GB" sz="2000">
                <a:solidFill>
                  <a:schemeClr val="tx1"/>
                </a:solidFill>
              </a:rPr>
              <a:t>Write a short introduction for your questionnaire.</a:t>
            </a:r>
          </a:p>
          <a:p>
            <a:pPr marL="45720" indent="0">
              <a:buNone/>
            </a:pPr>
            <a:r>
              <a:rPr lang="en-GB" sz="2000">
                <a:solidFill>
                  <a:schemeClr val="tx1"/>
                </a:solidFill>
              </a:rPr>
              <a:t>Include:</a:t>
            </a:r>
          </a:p>
          <a:p>
            <a:r>
              <a:rPr lang="en-GB" sz="2000">
                <a:solidFill>
                  <a:schemeClr val="tx1"/>
                </a:solidFill>
              </a:rPr>
              <a:t>What the prototype is (Recycling &amp; Rubbish website)</a:t>
            </a:r>
          </a:p>
          <a:p>
            <a:r>
              <a:rPr lang="en-GB" sz="2000">
                <a:solidFill>
                  <a:schemeClr val="tx1"/>
                </a:solidFill>
              </a:rPr>
              <a:t>What the user will do (complete tasks + give feedback)</a:t>
            </a:r>
          </a:p>
          <a:p>
            <a:r>
              <a:rPr lang="en-GB" sz="2000">
                <a:solidFill>
                  <a:schemeClr val="tx1"/>
                </a:solidFill>
              </a:rPr>
              <a:t>How long it will take</a:t>
            </a:r>
          </a:p>
          <a:p>
            <a:r>
              <a:rPr lang="en-GB" sz="2000">
                <a:solidFill>
                  <a:schemeClr val="tx1"/>
                </a:solidFill>
              </a:rPr>
              <a:t>Why their feedback matters</a:t>
            </a:r>
          </a:p>
          <a:p>
            <a:pPr marL="45720" indent="0">
              <a:buNone/>
            </a:pPr>
            <a:r>
              <a:rPr lang="en-GB" sz="2000">
                <a:solidFill>
                  <a:schemeClr val="tx1"/>
                </a:solidFill>
              </a:rPr>
              <a:t>Keep the instructions short and neutral.</a:t>
            </a:r>
          </a:p>
        </p:txBody>
      </p:sp>
    </p:spTree>
    <p:extLst>
      <p:ext uri="{BB962C8B-B14F-4D97-AF65-F5344CB8AC3E}">
        <p14:creationId xmlns:p14="http://schemas.microsoft.com/office/powerpoint/2010/main" val="205615558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6BDB4-92F8-C4D0-9C3C-91FB45E26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Activity for Step 9: Build your questionnaire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E6FBF-E9E8-65A7-8982-B7D95EE48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Create your questionnaire using Google Forms.</a:t>
            </a:r>
          </a:p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Add:</a:t>
            </a:r>
          </a:p>
          <a:p>
            <a:r>
              <a:rPr lang="en-GB" sz="2000" dirty="0">
                <a:solidFill>
                  <a:schemeClr val="tx1"/>
                </a:solidFill>
              </a:rPr>
              <a:t>Your introduction</a:t>
            </a:r>
          </a:p>
          <a:p>
            <a:r>
              <a:rPr lang="en-GB" sz="2000" dirty="0">
                <a:solidFill>
                  <a:schemeClr val="tx1"/>
                </a:solidFill>
              </a:rPr>
              <a:t>Your closed questions</a:t>
            </a:r>
          </a:p>
          <a:p>
            <a:r>
              <a:rPr lang="en-GB" sz="2000" dirty="0">
                <a:solidFill>
                  <a:schemeClr val="tx1"/>
                </a:solidFill>
              </a:rPr>
              <a:t>Your open questions</a:t>
            </a:r>
          </a:p>
          <a:p>
            <a:r>
              <a:rPr lang="en-GB" sz="2000" dirty="0">
                <a:solidFill>
                  <a:schemeClr val="tx1"/>
                </a:solidFill>
              </a:rPr>
              <a:t>A clear order that matches the user journey</a:t>
            </a:r>
          </a:p>
          <a:p>
            <a:pPr marL="45720" indent="0">
              <a:buNone/>
            </a:pPr>
            <a:r>
              <a:rPr lang="en-GB" sz="2000" dirty="0">
                <a:solidFill>
                  <a:schemeClr val="tx1"/>
                </a:solidFill>
              </a:rPr>
              <a:t>Check everything is clear for a non‑technical user before sharing it.</a:t>
            </a:r>
          </a:p>
        </p:txBody>
      </p:sp>
    </p:spTree>
    <p:extLst>
      <p:ext uri="{BB962C8B-B14F-4D97-AF65-F5344CB8AC3E}">
        <p14:creationId xmlns:p14="http://schemas.microsoft.com/office/powerpoint/2010/main" val="3650599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DE4CC-6D0C-6620-A569-3F8F6723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10. Collect responses and analyse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020FF-1650-6AC9-3941-6D4E44B08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Count closed question responses</a:t>
            </a:r>
          </a:p>
          <a:p>
            <a:r>
              <a:rPr lang="en-GB" dirty="0"/>
              <a:t>Look for patterns</a:t>
            </a:r>
          </a:p>
          <a:p>
            <a:r>
              <a:rPr lang="en-GB" dirty="0"/>
              <a:t>Compare answers from different user types</a:t>
            </a:r>
          </a:p>
          <a:p>
            <a:r>
              <a:rPr lang="en-GB" dirty="0"/>
              <a:t>Use open question responses to explain the patterns</a:t>
            </a:r>
          </a:p>
          <a:p>
            <a:r>
              <a:rPr lang="en-GB" dirty="0"/>
              <a:t>Link findings to system improvements</a:t>
            </a:r>
          </a:p>
        </p:txBody>
      </p:sp>
    </p:spTree>
    <p:extLst>
      <p:ext uri="{BB962C8B-B14F-4D97-AF65-F5344CB8AC3E}">
        <p14:creationId xmlns:p14="http://schemas.microsoft.com/office/powerpoint/2010/main" val="87316658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FC620-2AC9-D109-685E-1D8DC077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Activity: Share your questionnaire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264BD-2F72-1A16-AC32-FA121651C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pPr marL="45720" indent="0">
              <a:buNone/>
            </a:pPr>
            <a:r>
              <a:rPr lang="en-GB" sz="2000">
                <a:solidFill>
                  <a:schemeClr val="tx1"/>
                </a:solidFill>
              </a:rPr>
              <a:t>Post your questionnaire link on the class Teams channel so your peers can access it easily.</a:t>
            </a:r>
          </a:p>
          <a:p>
            <a:pPr marL="45720" indent="0">
              <a:buNone/>
            </a:pPr>
            <a:r>
              <a:rPr lang="en-GB" sz="2000">
                <a:solidFill>
                  <a:schemeClr val="tx1"/>
                </a:solidFill>
              </a:rPr>
              <a:t>Complete all questionnaires created by other students and give clear, honest feedback on their prototypes.</a:t>
            </a:r>
          </a:p>
          <a:p>
            <a:pPr marL="45720" indent="0">
              <a:buNone/>
            </a:pPr>
            <a:r>
              <a:rPr lang="en-GB" sz="2000">
                <a:solidFill>
                  <a:schemeClr val="tx1"/>
                </a:solidFill>
              </a:rPr>
              <a:t>Base your answers only on the tasks shown in their Recycling and Rubbish website prototype. </a:t>
            </a:r>
          </a:p>
        </p:txBody>
      </p:sp>
    </p:spTree>
    <p:extLst>
      <p:ext uri="{BB962C8B-B14F-4D97-AF65-F5344CB8AC3E}">
        <p14:creationId xmlns:p14="http://schemas.microsoft.com/office/powerpoint/2010/main" val="228047960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08F3D-9B47-98ED-E04E-AA23668A4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8884-98B4-B6D6-6E84-C4CC6FF0B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Next week we will review your questionnaire responses in detail and explore what the feedback reveals about usability and clarity.</a:t>
            </a:r>
          </a:p>
          <a:p>
            <a:r>
              <a:rPr lang="en-GB" sz="2000" dirty="0">
                <a:solidFill>
                  <a:schemeClr val="tx1"/>
                </a:solidFill>
              </a:rPr>
              <a:t>We will look for patterns in user responses and identify improvements needed for your Recycling and Rubbish prototype.</a:t>
            </a:r>
          </a:p>
        </p:txBody>
      </p:sp>
    </p:spTree>
    <p:extLst>
      <p:ext uri="{BB962C8B-B14F-4D97-AF65-F5344CB8AC3E}">
        <p14:creationId xmlns:p14="http://schemas.microsoft.com/office/powerpoint/2010/main" val="334954889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09C0BCD-BEE9-423F-A51C-BCCD8E5EA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98D094-42B2-42BA-AA14-E8FBE073A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65D64B-59F4-4BDC-B833-A17EF1E04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7818327-9D44-4214-BEC7-F7463A8BD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7" name="Picture 6" descr="Person writing on a notepad">
            <a:extLst>
              <a:ext uri="{FF2B5EF4-FFF2-40B4-BE49-F238E27FC236}">
                <a16:creationId xmlns:a16="http://schemas.microsoft.com/office/drawing/2014/main" id="{5B1B3931-5D8A-C8BB-F925-02893C55E3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t="13177" b="15845"/>
          <a:stretch>
            <a:fillRect/>
          </a:stretch>
        </p:blipFill>
        <p:spPr>
          <a:xfrm>
            <a:off x="20" y="3809"/>
            <a:ext cx="12191980" cy="685800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96B7D9-8894-4E5C-8DCF-35BECF8D3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6907CBBB-65E5-0DA6-8A81-55C771CAE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882376"/>
            <a:ext cx="9966960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Thursday Project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A0A27-FF9A-4B45-984F-327A321B5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9530" y="3869634"/>
            <a:ext cx="8767860" cy="1388165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8653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5DC21E-5B1D-D93A-D92B-6EE9AA2CF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Activity: Create your questionnaire for a set task brief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77D89-677C-672E-37A8-CF0D625A3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pPr marL="45720" indent="0">
              <a:buNone/>
            </a:pPr>
            <a:r>
              <a:rPr lang="en-GB" sz="2000">
                <a:solidFill>
                  <a:schemeClr val="tx1"/>
                </a:solidFill>
              </a:rPr>
              <a:t>Choose one of the set task briefs you have been working on and identify the part of your prototype site that is ready for testing.</a:t>
            </a:r>
          </a:p>
          <a:p>
            <a:pPr marL="45720" indent="0">
              <a:buNone/>
            </a:pPr>
            <a:r>
              <a:rPr lang="en-GB" sz="2000">
                <a:solidFill>
                  <a:schemeClr val="tx1"/>
                </a:solidFill>
              </a:rPr>
              <a:t>Follow the worksheet and complete each step.</a:t>
            </a:r>
          </a:p>
        </p:txBody>
      </p:sp>
    </p:spTree>
    <p:extLst>
      <p:ext uri="{BB962C8B-B14F-4D97-AF65-F5344CB8AC3E}">
        <p14:creationId xmlns:p14="http://schemas.microsoft.com/office/powerpoint/2010/main" val="81672104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541E9-D382-86D7-C54D-5DEC473C3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Activity: Share your questionnaire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218CD-9A0C-613E-1D55-0DF071D6C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r>
              <a:rPr lang="en-GB" sz="2000">
                <a:solidFill>
                  <a:schemeClr val="tx1"/>
                </a:solidFill>
              </a:rPr>
              <a:t>Open your Google Form using the sharing link on your local browser, so it stays available at your desk for other students to use.</a:t>
            </a:r>
          </a:p>
          <a:p>
            <a:r>
              <a:rPr lang="en-GB" sz="2000">
                <a:solidFill>
                  <a:schemeClr val="tx1"/>
                </a:solidFill>
              </a:rPr>
              <a:t>Invite students to move to your workstation to complete your questionnaire while viewing and testing your prototype site.</a:t>
            </a:r>
          </a:p>
          <a:p>
            <a:r>
              <a:rPr lang="en-GB" sz="2000">
                <a:solidFill>
                  <a:schemeClr val="tx1"/>
                </a:solidFill>
              </a:rPr>
              <a:t>Make sure the prototype pages you want them to test are open and easy to access alongside the form.</a:t>
            </a:r>
          </a:p>
          <a:p>
            <a:r>
              <a:rPr lang="en-GB" sz="2000">
                <a:solidFill>
                  <a:schemeClr val="tx1"/>
                </a:solidFill>
              </a:rPr>
              <a:t>Give clear, neutral instructions so users understand the task and can provide accurate feedback.</a:t>
            </a:r>
          </a:p>
          <a:p>
            <a:endParaRPr lang="en-GB" sz="2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48991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09C0BCD-BEE9-423F-A51C-BCCD8E5EA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98D094-42B2-42BA-AA14-E8FBE073A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465D64B-59F4-4BDC-B833-A17EF1E04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Gears">
            <a:extLst>
              <a:ext uri="{FF2B5EF4-FFF2-40B4-BE49-F238E27FC236}">
                <a16:creationId xmlns:a16="http://schemas.microsoft.com/office/drawing/2014/main" id="{7CBE8647-8E91-C04C-D486-FA6E8EFD6F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528301FC-82B0-4948-93CF-C7150E95D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31140" y="243840"/>
            <a:ext cx="11724640" cy="6377939"/>
          </a:xfrm>
          <a:prstGeom prst="rect">
            <a:avLst/>
          </a:prstGeom>
          <a:solidFill>
            <a:schemeClr val="tx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00932E7-1E96-4562-BF1C-7C1A543CB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7F24965-53C0-3073-5A4E-BD1378088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980" y="882376"/>
            <a:ext cx="9966960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7200" b="1" cap="all">
                <a:solidFill>
                  <a:srgbClr val="FFFFFF"/>
                </a:solidFill>
              </a:rPr>
              <a:t>Repeat process for Technical user</a:t>
            </a:r>
          </a:p>
        </p:txBody>
      </p:sp>
    </p:spTree>
    <p:extLst>
      <p:ext uri="{BB962C8B-B14F-4D97-AF65-F5344CB8AC3E}">
        <p14:creationId xmlns:p14="http://schemas.microsoft.com/office/powerpoint/2010/main" val="403490991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8DBDA3-652C-4F87-B53B-7F73AC8F4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1999" cy="6857999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187232-3845-418F-A17C-C138F01D9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55058" cy="6858000"/>
          </a:xfrm>
          <a:prstGeom prst="rect">
            <a:avLst/>
          </a:prstGeom>
          <a:solidFill>
            <a:schemeClr val="accent1"/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596A90-1A99-FC19-9637-0A71DE25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09" y="873457"/>
            <a:ext cx="3273042" cy="5222543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rgbClr val="FFFFFF"/>
                </a:solidFill>
              </a:rPr>
              <a:t>Activity: Download your questionnaire responses and save to Teams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33B9B-821B-B510-1ACC-DC9B3DF60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081" y="873457"/>
            <a:ext cx="6020790" cy="5222543"/>
          </a:xfrm>
        </p:spPr>
        <p:txBody>
          <a:bodyPr anchor="ctr">
            <a:normAutofit/>
          </a:bodyPr>
          <a:lstStyle/>
          <a:p>
            <a:r>
              <a:rPr lang="en-GB" sz="2000" dirty="0">
                <a:solidFill>
                  <a:schemeClr val="tx1"/>
                </a:solidFill>
              </a:rPr>
              <a:t>Open your Google Form and select Responses to view the data collected from your peers.</a:t>
            </a:r>
          </a:p>
          <a:p>
            <a:r>
              <a:rPr lang="en-GB" sz="2000" dirty="0">
                <a:solidFill>
                  <a:schemeClr val="tx1"/>
                </a:solidFill>
              </a:rPr>
              <a:t>Click the </a:t>
            </a:r>
            <a:r>
              <a:rPr lang="en-GB" sz="2000" dirty="0">
                <a:solidFill>
                  <a:schemeClr val="accent2"/>
                </a:solidFill>
              </a:rPr>
              <a:t>⋮</a:t>
            </a:r>
            <a:r>
              <a:rPr lang="en-GB" sz="2000" dirty="0">
                <a:solidFill>
                  <a:schemeClr val="tx1"/>
                </a:solidFill>
              </a:rPr>
              <a:t> menu and choose Download responses (.csv) to save a copy of the results to your device.</a:t>
            </a:r>
          </a:p>
          <a:p>
            <a:r>
              <a:rPr lang="en-GB" sz="2000" dirty="0">
                <a:solidFill>
                  <a:schemeClr val="tx1"/>
                </a:solidFill>
              </a:rPr>
              <a:t>Check that the file contains all completed responses before continuing.</a:t>
            </a:r>
          </a:p>
          <a:p>
            <a:r>
              <a:rPr lang="en-GB" sz="2000" dirty="0">
                <a:solidFill>
                  <a:schemeClr val="tx1"/>
                </a:solidFill>
              </a:rPr>
              <a:t>Go to the original post in the class Teams channel and attach the downloaded files along with your completed worksheets.</a:t>
            </a:r>
          </a:p>
          <a:p>
            <a:r>
              <a:rPr lang="en-GB" sz="2000" dirty="0">
                <a:solidFill>
                  <a:schemeClr val="tx1"/>
                </a:solidFill>
              </a:rPr>
              <a:t>Make sure files are clearly named with your name and if they are technical or non-technical users so they can be reviewed easily next lesson.</a:t>
            </a:r>
          </a:p>
        </p:txBody>
      </p:sp>
    </p:spTree>
    <p:extLst>
      <p:ext uri="{BB962C8B-B14F-4D97-AF65-F5344CB8AC3E}">
        <p14:creationId xmlns:p14="http://schemas.microsoft.com/office/powerpoint/2010/main" val="2586607399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619</TotalTime>
  <Words>3772</Words>
  <Application>Microsoft Office PowerPoint</Application>
  <PresentationFormat>Widescreen</PresentationFormat>
  <Paragraphs>622</Paragraphs>
  <Slides>91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3" baseType="lpstr">
      <vt:lpstr>Corbel</vt:lpstr>
      <vt:lpstr>Basis</vt:lpstr>
      <vt:lpstr>Methods of Feedback</vt:lpstr>
      <vt:lpstr>Questionnaires</vt:lpstr>
      <vt:lpstr>Questionnaire</vt:lpstr>
      <vt:lpstr>Closed questions (quantitative)</vt:lpstr>
      <vt:lpstr>Open questions (qualitative)</vt:lpstr>
      <vt:lpstr>PowerPoint Presentation</vt:lpstr>
      <vt:lpstr>Non-technical users</vt:lpstr>
      <vt:lpstr>Technical users</vt:lpstr>
      <vt:lpstr>Why use a questionnaire?</vt:lpstr>
      <vt:lpstr>Software needed</vt:lpstr>
      <vt:lpstr>PowerPoint Presentation</vt:lpstr>
      <vt:lpstr>Screencasts</vt:lpstr>
      <vt:lpstr>What is a screencast?</vt:lpstr>
      <vt:lpstr>Why use screencasts?</vt:lpstr>
      <vt:lpstr>What user screencasts show</vt:lpstr>
      <vt:lpstr>Screencasts of non‑technical users</vt:lpstr>
      <vt:lpstr>Screencasts of technical users</vt:lpstr>
      <vt:lpstr>Good practice when collecting user screencasts</vt:lpstr>
      <vt:lpstr>What to review before creating a screencast task</vt:lpstr>
      <vt:lpstr>Creating Screencasts to Support the Questionnaire</vt:lpstr>
      <vt:lpstr>What the screencast must show</vt:lpstr>
      <vt:lpstr>1. The task flow</vt:lpstr>
      <vt:lpstr>2. Expected system behaviour</vt:lpstr>
      <vt:lpstr>3. Real interactions</vt:lpstr>
      <vt:lpstr>4. Enough detail to judge usability</vt:lpstr>
      <vt:lpstr>How to create an effective screencast</vt:lpstr>
      <vt:lpstr>1. Plan the scenario</vt:lpstr>
      <vt:lpstr>2. Record the core interaction</vt:lpstr>
      <vt:lpstr>3. Highlight points the questionnaire asks about</vt:lpstr>
      <vt:lpstr>4. Keep the screencast concise</vt:lpstr>
      <vt:lpstr>What users should focus on when watching</vt:lpstr>
      <vt:lpstr>Software needed</vt:lpstr>
      <vt:lpstr>Observations</vt:lpstr>
      <vt:lpstr>What are observations?</vt:lpstr>
      <vt:lpstr>Why use observations?</vt:lpstr>
      <vt:lpstr>Types of observation</vt:lpstr>
      <vt:lpstr>1. Direct observation</vt:lpstr>
      <vt:lpstr>2. Indirect observation</vt:lpstr>
      <vt:lpstr>User behaviour</vt:lpstr>
      <vt:lpstr>System behaviour</vt:lpstr>
      <vt:lpstr>Task completion</vt:lpstr>
      <vt:lpstr>Observations for non‑technical users</vt:lpstr>
      <vt:lpstr>Observations for technical users</vt:lpstr>
      <vt:lpstr>Good practice for conducting observations</vt:lpstr>
      <vt:lpstr>How observations support the questionnaire</vt:lpstr>
      <vt:lpstr>Before carrying out observations, ask:</vt:lpstr>
      <vt:lpstr>Observation Checklists</vt:lpstr>
      <vt:lpstr>Paired Coding Review</vt:lpstr>
      <vt:lpstr>What is a paired coding review?</vt:lpstr>
      <vt:lpstr>Why use paired coding reviews?</vt:lpstr>
      <vt:lpstr>Roles in a paired coding review</vt:lpstr>
      <vt:lpstr>1. Driver (explainer)</vt:lpstr>
      <vt:lpstr>2. Navigator (reviewer)</vt:lpstr>
      <vt:lpstr>What paired coding reviews reveal</vt:lpstr>
      <vt:lpstr>Logic clarity</vt:lpstr>
      <vt:lpstr>Validation</vt:lpstr>
      <vt:lpstr>Performance</vt:lpstr>
      <vt:lpstr>Structure</vt:lpstr>
      <vt:lpstr>Security and data handling</vt:lpstr>
      <vt:lpstr>Paired coding reviews with technical users</vt:lpstr>
      <vt:lpstr>Good practice in paired coding reviews</vt:lpstr>
      <vt:lpstr>How paired coding reviews support the overall evaluation</vt:lpstr>
      <vt:lpstr>Designing the questionnaires</vt:lpstr>
      <vt:lpstr>1. Identify the purpose of the questionnaire</vt:lpstr>
      <vt:lpstr>Website being reviewed</vt:lpstr>
      <vt:lpstr>Activity for Step 1: Identify the purpose</vt:lpstr>
      <vt:lpstr>2. Define the user group</vt:lpstr>
      <vt:lpstr>Activity for Step 2: Define the user group</vt:lpstr>
      <vt:lpstr>3. Review the evidence the user will see</vt:lpstr>
      <vt:lpstr>Activity for Step 3: Review the evidence the user will see</vt:lpstr>
      <vt:lpstr>4. Decide the question types</vt:lpstr>
      <vt:lpstr>Activity for Step 4: Decide the question types</vt:lpstr>
      <vt:lpstr>5. Write neutral, clear questions</vt:lpstr>
      <vt:lpstr>Activity for Step 5: Write neutral, clear questions</vt:lpstr>
      <vt:lpstr>6. Cover the key areas being assessed</vt:lpstr>
      <vt:lpstr>Activity for Step 6: Cover the key areas being assessed</vt:lpstr>
      <vt:lpstr>7. Order the questions logically</vt:lpstr>
      <vt:lpstr>Activity for Step 7: Order the questions logically</vt:lpstr>
      <vt:lpstr>8. Pilot the questionnaire</vt:lpstr>
      <vt:lpstr>Activity for Step 8: Pilot the questionnaire</vt:lpstr>
      <vt:lpstr>9. Provide clear instructions to the user</vt:lpstr>
      <vt:lpstr>Activity for Step 9: Provide clear instructions to the user</vt:lpstr>
      <vt:lpstr>Activity for Step 9: Build your questionnaire</vt:lpstr>
      <vt:lpstr>10. Collect responses and analyse the data</vt:lpstr>
      <vt:lpstr>Activity: Share your questionnaire</vt:lpstr>
      <vt:lpstr>Next steps</vt:lpstr>
      <vt:lpstr>Thursday Project</vt:lpstr>
      <vt:lpstr>Activity: Create your questionnaire for a set task brief</vt:lpstr>
      <vt:lpstr>Activity: Share your questionnaire</vt:lpstr>
      <vt:lpstr>Repeat process for Technical user</vt:lpstr>
      <vt:lpstr>Activity: Download your questionnaire responses and save to Teams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Kirsten Hollister</dc:creator>
  <cp:lastModifiedBy>Kirsten Hollister</cp:lastModifiedBy>
  <cp:revision>1</cp:revision>
  <dcterms:created xsi:type="dcterms:W3CDTF">2026-01-09T13:11:17Z</dcterms:created>
  <dcterms:modified xsi:type="dcterms:W3CDTF">2026-01-10T12:19:00Z</dcterms:modified>
</cp:coreProperties>
</file>